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905" cy="6858000"/>
          </a:xfrm>
          <a:custGeom>
            <a:avLst/>
            <a:gdLst/>
            <a:ahLst/>
            <a:cxnLst/>
            <a:rect l="l" t="t" r="r" b="b"/>
            <a:pathLst>
              <a:path w="12193905" h="6858000">
                <a:moveTo>
                  <a:pt x="12193524" y="0"/>
                </a:moveTo>
                <a:lnTo>
                  <a:pt x="0" y="0"/>
                </a:lnTo>
                <a:lnTo>
                  <a:pt x="0" y="6858000"/>
                </a:lnTo>
                <a:lnTo>
                  <a:pt x="12193524" y="6858000"/>
                </a:lnTo>
                <a:lnTo>
                  <a:pt x="12193524" y="0"/>
                </a:lnTo>
                <a:close/>
              </a:path>
            </a:pathLst>
          </a:custGeom>
          <a:solidFill>
            <a:srgbClr val="0D25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6244" y="586562"/>
            <a:ext cx="10135235" cy="43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F8FA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917" y="1577340"/>
            <a:ext cx="1097851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533400" y="558388"/>
            <a:ext cx="2860675" cy="10629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50"/>
              </a:spcBef>
            </a:pPr>
            <a:r>
              <a:rPr sz="3350" dirty="0">
                <a:solidFill>
                  <a:srgbClr val="F7FAFA"/>
                </a:solidFill>
              </a:rPr>
              <a:t>SMART</a:t>
            </a:r>
            <a:r>
              <a:rPr sz="3350" spc="45" dirty="0">
                <a:solidFill>
                  <a:srgbClr val="F7FAFA"/>
                </a:solidFill>
              </a:rPr>
              <a:t> </a:t>
            </a:r>
            <a:r>
              <a:rPr sz="3350" spc="-10" dirty="0">
                <a:solidFill>
                  <a:srgbClr val="F7FAFA"/>
                </a:solidFill>
              </a:rPr>
              <a:t>WASTE MANAGEMENT</a:t>
            </a:r>
            <a:endParaRPr sz="3350" dirty="0"/>
          </a:p>
        </p:txBody>
      </p:sp>
      <p:grpSp>
        <p:nvGrpSpPr>
          <p:cNvPr id="2" name="object 2"/>
          <p:cNvGrpSpPr/>
          <p:nvPr/>
        </p:nvGrpSpPr>
        <p:grpSpPr>
          <a:xfrm>
            <a:off x="8778240" y="731519"/>
            <a:ext cx="2651760" cy="2834640"/>
            <a:chOff x="8778240" y="731519"/>
            <a:chExt cx="2651760" cy="2834640"/>
          </a:xfrm>
        </p:grpSpPr>
        <p:sp>
          <p:nvSpPr>
            <p:cNvPr id="3" name="object 3"/>
            <p:cNvSpPr/>
            <p:nvPr/>
          </p:nvSpPr>
          <p:spPr>
            <a:xfrm>
              <a:off x="9326880" y="731519"/>
              <a:ext cx="2103120" cy="2103120"/>
            </a:xfrm>
            <a:custGeom>
              <a:avLst/>
              <a:gdLst/>
              <a:ahLst/>
              <a:cxnLst/>
              <a:rect l="l" t="t" r="r" b="b"/>
              <a:pathLst>
                <a:path w="2103120" h="2103120">
                  <a:moveTo>
                    <a:pt x="1051560" y="0"/>
                  </a:moveTo>
                  <a:lnTo>
                    <a:pt x="1003424" y="1082"/>
                  </a:lnTo>
                  <a:lnTo>
                    <a:pt x="955845" y="4297"/>
                  </a:lnTo>
                  <a:lnTo>
                    <a:pt x="908867" y="9599"/>
                  </a:lnTo>
                  <a:lnTo>
                    <a:pt x="862538" y="16941"/>
                  </a:lnTo>
                  <a:lnTo>
                    <a:pt x="816903" y="26278"/>
                  </a:lnTo>
                  <a:lnTo>
                    <a:pt x="772010" y="37562"/>
                  </a:lnTo>
                  <a:lnTo>
                    <a:pt x="727904" y="50747"/>
                  </a:lnTo>
                  <a:lnTo>
                    <a:pt x="684632" y="65787"/>
                  </a:lnTo>
                  <a:lnTo>
                    <a:pt x="642240" y="82635"/>
                  </a:lnTo>
                  <a:lnTo>
                    <a:pt x="600776" y="101245"/>
                  </a:lnTo>
                  <a:lnTo>
                    <a:pt x="560284" y="121571"/>
                  </a:lnTo>
                  <a:lnTo>
                    <a:pt x="520812" y="143566"/>
                  </a:lnTo>
                  <a:lnTo>
                    <a:pt x="482406" y="167184"/>
                  </a:lnTo>
                  <a:lnTo>
                    <a:pt x="445113" y="192378"/>
                  </a:lnTo>
                  <a:lnTo>
                    <a:pt x="408978" y="219102"/>
                  </a:lnTo>
                  <a:lnTo>
                    <a:pt x="374048" y="247310"/>
                  </a:lnTo>
                  <a:lnTo>
                    <a:pt x="340370" y="276955"/>
                  </a:lnTo>
                  <a:lnTo>
                    <a:pt x="307990" y="307990"/>
                  </a:lnTo>
                  <a:lnTo>
                    <a:pt x="276955" y="340370"/>
                  </a:lnTo>
                  <a:lnTo>
                    <a:pt x="247310" y="374048"/>
                  </a:lnTo>
                  <a:lnTo>
                    <a:pt x="219102" y="408978"/>
                  </a:lnTo>
                  <a:lnTo>
                    <a:pt x="192378" y="445113"/>
                  </a:lnTo>
                  <a:lnTo>
                    <a:pt x="167184" y="482406"/>
                  </a:lnTo>
                  <a:lnTo>
                    <a:pt x="143566" y="520812"/>
                  </a:lnTo>
                  <a:lnTo>
                    <a:pt x="121571" y="560284"/>
                  </a:lnTo>
                  <a:lnTo>
                    <a:pt x="101245" y="600776"/>
                  </a:lnTo>
                  <a:lnTo>
                    <a:pt x="82635" y="642240"/>
                  </a:lnTo>
                  <a:lnTo>
                    <a:pt x="65787" y="684632"/>
                  </a:lnTo>
                  <a:lnTo>
                    <a:pt x="50747" y="727904"/>
                  </a:lnTo>
                  <a:lnTo>
                    <a:pt x="37562" y="772010"/>
                  </a:lnTo>
                  <a:lnTo>
                    <a:pt x="26278" y="816903"/>
                  </a:lnTo>
                  <a:lnTo>
                    <a:pt x="16941" y="862538"/>
                  </a:lnTo>
                  <a:lnTo>
                    <a:pt x="9599" y="908867"/>
                  </a:lnTo>
                  <a:lnTo>
                    <a:pt x="4297" y="955845"/>
                  </a:lnTo>
                  <a:lnTo>
                    <a:pt x="1082" y="1003424"/>
                  </a:lnTo>
                  <a:lnTo>
                    <a:pt x="0" y="1051559"/>
                  </a:lnTo>
                  <a:lnTo>
                    <a:pt x="1082" y="1099695"/>
                  </a:lnTo>
                  <a:lnTo>
                    <a:pt x="4297" y="1147274"/>
                  </a:lnTo>
                  <a:lnTo>
                    <a:pt x="9599" y="1194252"/>
                  </a:lnTo>
                  <a:lnTo>
                    <a:pt x="16941" y="1240581"/>
                  </a:lnTo>
                  <a:lnTo>
                    <a:pt x="26278" y="1286216"/>
                  </a:lnTo>
                  <a:lnTo>
                    <a:pt x="37562" y="1331109"/>
                  </a:lnTo>
                  <a:lnTo>
                    <a:pt x="50747" y="1375215"/>
                  </a:lnTo>
                  <a:lnTo>
                    <a:pt x="65787" y="1418487"/>
                  </a:lnTo>
                  <a:lnTo>
                    <a:pt x="82635" y="1460879"/>
                  </a:lnTo>
                  <a:lnTo>
                    <a:pt x="101245" y="1502343"/>
                  </a:lnTo>
                  <a:lnTo>
                    <a:pt x="121571" y="1542835"/>
                  </a:lnTo>
                  <a:lnTo>
                    <a:pt x="143566" y="1582307"/>
                  </a:lnTo>
                  <a:lnTo>
                    <a:pt x="167184" y="1620713"/>
                  </a:lnTo>
                  <a:lnTo>
                    <a:pt x="192378" y="1658006"/>
                  </a:lnTo>
                  <a:lnTo>
                    <a:pt x="219102" y="1694141"/>
                  </a:lnTo>
                  <a:lnTo>
                    <a:pt x="247310" y="1729071"/>
                  </a:lnTo>
                  <a:lnTo>
                    <a:pt x="276955" y="1762749"/>
                  </a:lnTo>
                  <a:lnTo>
                    <a:pt x="307990" y="1795129"/>
                  </a:lnTo>
                  <a:lnTo>
                    <a:pt x="340370" y="1826164"/>
                  </a:lnTo>
                  <a:lnTo>
                    <a:pt x="374048" y="1855809"/>
                  </a:lnTo>
                  <a:lnTo>
                    <a:pt x="408978" y="1884017"/>
                  </a:lnTo>
                  <a:lnTo>
                    <a:pt x="445113" y="1910741"/>
                  </a:lnTo>
                  <a:lnTo>
                    <a:pt x="482406" y="1935935"/>
                  </a:lnTo>
                  <a:lnTo>
                    <a:pt x="520812" y="1959553"/>
                  </a:lnTo>
                  <a:lnTo>
                    <a:pt x="560284" y="1981548"/>
                  </a:lnTo>
                  <a:lnTo>
                    <a:pt x="600776" y="2001874"/>
                  </a:lnTo>
                  <a:lnTo>
                    <a:pt x="642240" y="2020484"/>
                  </a:lnTo>
                  <a:lnTo>
                    <a:pt x="684632" y="2037332"/>
                  </a:lnTo>
                  <a:lnTo>
                    <a:pt x="727904" y="2052372"/>
                  </a:lnTo>
                  <a:lnTo>
                    <a:pt x="772010" y="2065557"/>
                  </a:lnTo>
                  <a:lnTo>
                    <a:pt x="816903" y="2076841"/>
                  </a:lnTo>
                  <a:lnTo>
                    <a:pt x="862538" y="2086178"/>
                  </a:lnTo>
                  <a:lnTo>
                    <a:pt x="908867" y="2093520"/>
                  </a:lnTo>
                  <a:lnTo>
                    <a:pt x="955845" y="2098822"/>
                  </a:lnTo>
                  <a:lnTo>
                    <a:pt x="1003424" y="2102037"/>
                  </a:lnTo>
                  <a:lnTo>
                    <a:pt x="1051560" y="2103119"/>
                  </a:lnTo>
                  <a:lnTo>
                    <a:pt x="1099695" y="2102037"/>
                  </a:lnTo>
                  <a:lnTo>
                    <a:pt x="1147274" y="2098822"/>
                  </a:lnTo>
                  <a:lnTo>
                    <a:pt x="1194252" y="2093520"/>
                  </a:lnTo>
                  <a:lnTo>
                    <a:pt x="1240581" y="2086178"/>
                  </a:lnTo>
                  <a:lnTo>
                    <a:pt x="1286216" y="2076841"/>
                  </a:lnTo>
                  <a:lnTo>
                    <a:pt x="1331109" y="2065557"/>
                  </a:lnTo>
                  <a:lnTo>
                    <a:pt x="1375215" y="2052372"/>
                  </a:lnTo>
                  <a:lnTo>
                    <a:pt x="1418487" y="2037332"/>
                  </a:lnTo>
                  <a:lnTo>
                    <a:pt x="1460879" y="2020484"/>
                  </a:lnTo>
                  <a:lnTo>
                    <a:pt x="1502343" y="2001874"/>
                  </a:lnTo>
                  <a:lnTo>
                    <a:pt x="1542835" y="1981548"/>
                  </a:lnTo>
                  <a:lnTo>
                    <a:pt x="1582307" y="1959553"/>
                  </a:lnTo>
                  <a:lnTo>
                    <a:pt x="1620713" y="1935935"/>
                  </a:lnTo>
                  <a:lnTo>
                    <a:pt x="1658006" y="1910741"/>
                  </a:lnTo>
                  <a:lnTo>
                    <a:pt x="1694141" y="1884017"/>
                  </a:lnTo>
                  <a:lnTo>
                    <a:pt x="1729071" y="1855809"/>
                  </a:lnTo>
                  <a:lnTo>
                    <a:pt x="1762749" y="1826164"/>
                  </a:lnTo>
                  <a:lnTo>
                    <a:pt x="1795129" y="1795129"/>
                  </a:lnTo>
                  <a:lnTo>
                    <a:pt x="1826164" y="1762749"/>
                  </a:lnTo>
                  <a:lnTo>
                    <a:pt x="1855809" y="1729071"/>
                  </a:lnTo>
                  <a:lnTo>
                    <a:pt x="1884017" y="1694141"/>
                  </a:lnTo>
                  <a:lnTo>
                    <a:pt x="1910741" y="1658006"/>
                  </a:lnTo>
                  <a:lnTo>
                    <a:pt x="1935935" y="1620713"/>
                  </a:lnTo>
                  <a:lnTo>
                    <a:pt x="1959553" y="1582307"/>
                  </a:lnTo>
                  <a:lnTo>
                    <a:pt x="1981548" y="1542835"/>
                  </a:lnTo>
                  <a:lnTo>
                    <a:pt x="2001874" y="1502343"/>
                  </a:lnTo>
                  <a:lnTo>
                    <a:pt x="2020484" y="1460879"/>
                  </a:lnTo>
                  <a:lnTo>
                    <a:pt x="2037332" y="1418487"/>
                  </a:lnTo>
                  <a:lnTo>
                    <a:pt x="2052372" y="1375215"/>
                  </a:lnTo>
                  <a:lnTo>
                    <a:pt x="2065557" y="1331109"/>
                  </a:lnTo>
                  <a:lnTo>
                    <a:pt x="2076841" y="1286216"/>
                  </a:lnTo>
                  <a:lnTo>
                    <a:pt x="2086178" y="1240581"/>
                  </a:lnTo>
                  <a:lnTo>
                    <a:pt x="2093520" y="1194252"/>
                  </a:lnTo>
                  <a:lnTo>
                    <a:pt x="2098822" y="1147274"/>
                  </a:lnTo>
                  <a:lnTo>
                    <a:pt x="2102037" y="1099695"/>
                  </a:lnTo>
                  <a:lnTo>
                    <a:pt x="2103120" y="1051559"/>
                  </a:lnTo>
                  <a:lnTo>
                    <a:pt x="2102037" y="1003424"/>
                  </a:lnTo>
                  <a:lnTo>
                    <a:pt x="2098822" y="955845"/>
                  </a:lnTo>
                  <a:lnTo>
                    <a:pt x="2093520" y="908867"/>
                  </a:lnTo>
                  <a:lnTo>
                    <a:pt x="2086178" y="862538"/>
                  </a:lnTo>
                  <a:lnTo>
                    <a:pt x="2076841" y="816903"/>
                  </a:lnTo>
                  <a:lnTo>
                    <a:pt x="2065557" y="772010"/>
                  </a:lnTo>
                  <a:lnTo>
                    <a:pt x="2052372" y="727904"/>
                  </a:lnTo>
                  <a:lnTo>
                    <a:pt x="2037332" y="684632"/>
                  </a:lnTo>
                  <a:lnTo>
                    <a:pt x="2020484" y="642240"/>
                  </a:lnTo>
                  <a:lnTo>
                    <a:pt x="2001874" y="600776"/>
                  </a:lnTo>
                  <a:lnTo>
                    <a:pt x="1981548" y="560284"/>
                  </a:lnTo>
                  <a:lnTo>
                    <a:pt x="1959553" y="520812"/>
                  </a:lnTo>
                  <a:lnTo>
                    <a:pt x="1935935" y="482406"/>
                  </a:lnTo>
                  <a:lnTo>
                    <a:pt x="1910741" y="445113"/>
                  </a:lnTo>
                  <a:lnTo>
                    <a:pt x="1884017" y="408978"/>
                  </a:lnTo>
                  <a:lnTo>
                    <a:pt x="1855809" y="374048"/>
                  </a:lnTo>
                  <a:lnTo>
                    <a:pt x="1826164" y="340370"/>
                  </a:lnTo>
                  <a:lnTo>
                    <a:pt x="1795129" y="307990"/>
                  </a:lnTo>
                  <a:lnTo>
                    <a:pt x="1762749" y="276955"/>
                  </a:lnTo>
                  <a:lnTo>
                    <a:pt x="1729071" y="247310"/>
                  </a:lnTo>
                  <a:lnTo>
                    <a:pt x="1694141" y="219102"/>
                  </a:lnTo>
                  <a:lnTo>
                    <a:pt x="1658006" y="192378"/>
                  </a:lnTo>
                  <a:lnTo>
                    <a:pt x="1620713" y="167184"/>
                  </a:lnTo>
                  <a:lnTo>
                    <a:pt x="1582307" y="143566"/>
                  </a:lnTo>
                  <a:lnTo>
                    <a:pt x="1542835" y="121571"/>
                  </a:lnTo>
                  <a:lnTo>
                    <a:pt x="1502343" y="101245"/>
                  </a:lnTo>
                  <a:lnTo>
                    <a:pt x="1460879" y="82635"/>
                  </a:lnTo>
                  <a:lnTo>
                    <a:pt x="1418487" y="65787"/>
                  </a:lnTo>
                  <a:lnTo>
                    <a:pt x="1375215" y="50747"/>
                  </a:lnTo>
                  <a:lnTo>
                    <a:pt x="1331109" y="37562"/>
                  </a:lnTo>
                  <a:lnTo>
                    <a:pt x="1286216" y="26278"/>
                  </a:lnTo>
                  <a:lnTo>
                    <a:pt x="1240581" y="16941"/>
                  </a:lnTo>
                  <a:lnTo>
                    <a:pt x="1194252" y="9599"/>
                  </a:lnTo>
                  <a:lnTo>
                    <a:pt x="1147274" y="4297"/>
                  </a:lnTo>
                  <a:lnTo>
                    <a:pt x="1099695" y="1082"/>
                  </a:lnTo>
                  <a:lnTo>
                    <a:pt x="1051560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58400" y="182880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6828" y="1722"/>
                  </a:lnTo>
                  <a:lnTo>
                    <a:pt x="588784" y="6811"/>
                  </a:lnTo>
                  <a:lnTo>
                    <a:pt x="541785" y="15151"/>
                  </a:lnTo>
                  <a:lnTo>
                    <a:pt x="495947" y="26625"/>
                  </a:lnTo>
                  <a:lnTo>
                    <a:pt x="451386" y="41118"/>
                  </a:lnTo>
                  <a:lnTo>
                    <a:pt x="408218" y="58514"/>
                  </a:lnTo>
                  <a:lnTo>
                    <a:pt x="366559" y="78696"/>
                  </a:lnTo>
                  <a:lnTo>
                    <a:pt x="326525" y="101548"/>
                  </a:lnTo>
                  <a:lnTo>
                    <a:pt x="288233" y="126954"/>
                  </a:lnTo>
                  <a:lnTo>
                    <a:pt x="251798" y="154798"/>
                  </a:lnTo>
                  <a:lnTo>
                    <a:pt x="217336" y="184964"/>
                  </a:lnTo>
                  <a:lnTo>
                    <a:pt x="184964" y="217336"/>
                  </a:lnTo>
                  <a:lnTo>
                    <a:pt x="154798" y="251798"/>
                  </a:lnTo>
                  <a:lnTo>
                    <a:pt x="126954" y="288233"/>
                  </a:lnTo>
                  <a:lnTo>
                    <a:pt x="101548" y="326525"/>
                  </a:lnTo>
                  <a:lnTo>
                    <a:pt x="78696" y="366559"/>
                  </a:lnTo>
                  <a:lnTo>
                    <a:pt x="58514" y="408218"/>
                  </a:lnTo>
                  <a:lnTo>
                    <a:pt x="41118" y="451386"/>
                  </a:lnTo>
                  <a:lnTo>
                    <a:pt x="26625" y="495947"/>
                  </a:lnTo>
                  <a:lnTo>
                    <a:pt x="15151" y="541785"/>
                  </a:lnTo>
                  <a:lnTo>
                    <a:pt x="6811" y="588784"/>
                  </a:lnTo>
                  <a:lnTo>
                    <a:pt x="1722" y="636828"/>
                  </a:lnTo>
                  <a:lnTo>
                    <a:pt x="0" y="685800"/>
                  </a:lnTo>
                  <a:lnTo>
                    <a:pt x="1722" y="734771"/>
                  </a:lnTo>
                  <a:lnTo>
                    <a:pt x="6811" y="782815"/>
                  </a:lnTo>
                  <a:lnTo>
                    <a:pt x="15151" y="829814"/>
                  </a:lnTo>
                  <a:lnTo>
                    <a:pt x="26625" y="875652"/>
                  </a:lnTo>
                  <a:lnTo>
                    <a:pt x="41118" y="920213"/>
                  </a:lnTo>
                  <a:lnTo>
                    <a:pt x="58514" y="963381"/>
                  </a:lnTo>
                  <a:lnTo>
                    <a:pt x="78696" y="1005040"/>
                  </a:lnTo>
                  <a:lnTo>
                    <a:pt x="101548" y="1045074"/>
                  </a:lnTo>
                  <a:lnTo>
                    <a:pt x="126954" y="1083366"/>
                  </a:lnTo>
                  <a:lnTo>
                    <a:pt x="154798" y="1119801"/>
                  </a:lnTo>
                  <a:lnTo>
                    <a:pt x="184964" y="1154263"/>
                  </a:lnTo>
                  <a:lnTo>
                    <a:pt x="217336" y="1186635"/>
                  </a:lnTo>
                  <a:lnTo>
                    <a:pt x="251798" y="1216801"/>
                  </a:lnTo>
                  <a:lnTo>
                    <a:pt x="288233" y="1244645"/>
                  </a:lnTo>
                  <a:lnTo>
                    <a:pt x="326525" y="1270051"/>
                  </a:lnTo>
                  <a:lnTo>
                    <a:pt x="366559" y="1292903"/>
                  </a:lnTo>
                  <a:lnTo>
                    <a:pt x="408218" y="1313085"/>
                  </a:lnTo>
                  <a:lnTo>
                    <a:pt x="451386" y="1330481"/>
                  </a:lnTo>
                  <a:lnTo>
                    <a:pt x="495947" y="1344974"/>
                  </a:lnTo>
                  <a:lnTo>
                    <a:pt x="541785" y="1356448"/>
                  </a:lnTo>
                  <a:lnTo>
                    <a:pt x="588784" y="1364788"/>
                  </a:lnTo>
                  <a:lnTo>
                    <a:pt x="636828" y="1369877"/>
                  </a:lnTo>
                  <a:lnTo>
                    <a:pt x="685800" y="1371600"/>
                  </a:lnTo>
                  <a:lnTo>
                    <a:pt x="734771" y="1369877"/>
                  </a:lnTo>
                  <a:lnTo>
                    <a:pt x="782815" y="1364788"/>
                  </a:lnTo>
                  <a:lnTo>
                    <a:pt x="829814" y="1356448"/>
                  </a:lnTo>
                  <a:lnTo>
                    <a:pt x="875652" y="1344974"/>
                  </a:lnTo>
                  <a:lnTo>
                    <a:pt x="920213" y="1330481"/>
                  </a:lnTo>
                  <a:lnTo>
                    <a:pt x="963381" y="1313085"/>
                  </a:lnTo>
                  <a:lnTo>
                    <a:pt x="1005040" y="1292903"/>
                  </a:lnTo>
                  <a:lnTo>
                    <a:pt x="1045074" y="1270051"/>
                  </a:lnTo>
                  <a:lnTo>
                    <a:pt x="1083366" y="1244645"/>
                  </a:lnTo>
                  <a:lnTo>
                    <a:pt x="1119801" y="1216801"/>
                  </a:lnTo>
                  <a:lnTo>
                    <a:pt x="1154263" y="1186635"/>
                  </a:lnTo>
                  <a:lnTo>
                    <a:pt x="1186635" y="1154263"/>
                  </a:lnTo>
                  <a:lnTo>
                    <a:pt x="1216801" y="1119801"/>
                  </a:lnTo>
                  <a:lnTo>
                    <a:pt x="1244645" y="1083366"/>
                  </a:lnTo>
                  <a:lnTo>
                    <a:pt x="1270051" y="1045074"/>
                  </a:lnTo>
                  <a:lnTo>
                    <a:pt x="1292903" y="1005040"/>
                  </a:lnTo>
                  <a:lnTo>
                    <a:pt x="1313085" y="963381"/>
                  </a:lnTo>
                  <a:lnTo>
                    <a:pt x="1330481" y="920213"/>
                  </a:lnTo>
                  <a:lnTo>
                    <a:pt x="1344974" y="875652"/>
                  </a:lnTo>
                  <a:lnTo>
                    <a:pt x="1356448" y="829814"/>
                  </a:lnTo>
                  <a:lnTo>
                    <a:pt x="1364788" y="782815"/>
                  </a:lnTo>
                  <a:lnTo>
                    <a:pt x="1369877" y="734771"/>
                  </a:lnTo>
                  <a:lnTo>
                    <a:pt x="1371600" y="685800"/>
                  </a:lnTo>
                  <a:lnTo>
                    <a:pt x="1369877" y="636828"/>
                  </a:lnTo>
                  <a:lnTo>
                    <a:pt x="1364788" y="588784"/>
                  </a:lnTo>
                  <a:lnTo>
                    <a:pt x="1356448" y="541785"/>
                  </a:lnTo>
                  <a:lnTo>
                    <a:pt x="1344974" y="495947"/>
                  </a:lnTo>
                  <a:lnTo>
                    <a:pt x="1330481" y="451386"/>
                  </a:lnTo>
                  <a:lnTo>
                    <a:pt x="1313085" y="408218"/>
                  </a:lnTo>
                  <a:lnTo>
                    <a:pt x="1292903" y="366559"/>
                  </a:lnTo>
                  <a:lnTo>
                    <a:pt x="1270051" y="326525"/>
                  </a:lnTo>
                  <a:lnTo>
                    <a:pt x="1244645" y="288233"/>
                  </a:lnTo>
                  <a:lnTo>
                    <a:pt x="1216801" y="251798"/>
                  </a:lnTo>
                  <a:lnTo>
                    <a:pt x="1186635" y="217336"/>
                  </a:lnTo>
                  <a:lnTo>
                    <a:pt x="1154263" y="184964"/>
                  </a:lnTo>
                  <a:lnTo>
                    <a:pt x="1119801" y="154798"/>
                  </a:lnTo>
                  <a:lnTo>
                    <a:pt x="1083366" y="126954"/>
                  </a:lnTo>
                  <a:lnTo>
                    <a:pt x="1045074" y="101548"/>
                  </a:lnTo>
                  <a:lnTo>
                    <a:pt x="1005040" y="78696"/>
                  </a:lnTo>
                  <a:lnTo>
                    <a:pt x="963381" y="58514"/>
                  </a:lnTo>
                  <a:lnTo>
                    <a:pt x="920213" y="41118"/>
                  </a:lnTo>
                  <a:lnTo>
                    <a:pt x="875652" y="26625"/>
                  </a:lnTo>
                  <a:lnTo>
                    <a:pt x="829814" y="15151"/>
                  </a:lnTo>
                  <a:lnTo>
                    <a:pt x="782815" y="6811"/>
                  </a:lnTo>
                  <a:lnTo>
                    <a:pt x="734771" y="1722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8240" y="2560319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39">
                  <a:moveTo>
                    <a:pt x="502919" y="0"/>
                  </a:moveTo>
                  <a:lnTo>
                    <a:pt x="454486" y="2302"/>
                  </a:lnTo>
                  <a:lnTo>
                    <a:pt x="407355" y="9068"/>
                  </a:lnTo>
                  <a:lnTo>
                    <a:pt x="361737" y="20088"/>
                  </a:lnTo>
                  <a:lnTo>
                    <a:pt x="317842" y="35150"/>
                  </a:lnTo>
                  <a:lnTo>
                    <a:pt x="275883" y="54044"/>
                  </a:lnTo>
                  <a:lnTo>
                    <a:pt x="236069" y="76558"/>
                  </a:lnTo>
                  <a:lnTo>
                    <a:pt x="198611" y="102483"/>
                  </a:lnTo>
                  <a:lnTo>
                    <a:pt x="163720" y="131608"/>
                  </a:lnTo>
                  <a:lnTo>
                    <a:pt x="131608" y="163720"/>
                  </a:lnTo>
                  <a:lnTo>
                    <a:pt x="102483" y="198611"/>
                  </a:lnTo>
                  <a:lnTo>
                    <a:pt x="76558" y="236069"/>
                  </a:lnTo>
                  <a:lnTo>
                    <a:pt x="54044" y="275883"/>
                  </a:lnTo>
                  <a:lnTo>
                    <a:pt x="35150" y="317842"/>
                  </a:lnTo>
                  <a:lnTo>
                    <a:pt x="20088" y="361737"/>
                  </a:lnTo>
                  <a:lnTo>
                    <a:pt x="9068" y="407355"/>
                  </a:lnTo>
                  <a:lnTo>
                    <a:pt x="2302" y="454486"/>
                  </a:lnTo>
                  <a:lnTo>
                    <a:pt x="0" y="502919"/>
                  </a:lnTo>
                  <a:lnTo>
                    <a:pt x="2302" y="551353"/>
                  </a:lnTo>
                  <a:lnTo>
                    <a:pt x="9068" y="598484"/>
                  </a:lnTo>
                  <a:lnTo>
                    <a:pt x="20088" y="644102"/>
                  </a:lnTo>
                  <a:lnTo>
                    <a:pt x="35150" y="687997"/>
                  </a:lnTo>
                  <a:lnTo>
                    <a:pt x="54044" y="729956"/>
                  </a:lnTo>
                  <a:lnTo>
                    <a:pt x="76558" y="769770"/>
                  </a:lnTo>
                  <a:lnTo>
                    <a:pt x="102483" y="807228"/>
                  </a:lnTo>
                  <a:lnTo>
                    <a:pt x="131608" y="842119"/>
                  </a:lnTo>
                  <a:lnTo>
                    <a:pt x="163720" y="874231"/>
                  </a:lnTo>
                  <a:lnTo>
                    <a:pt x="198611" y="903356"/>
                  </a:lnTo>
                  <a:lnTo>
                    <a:pt x="236069" y="929281"/>
                  </a:lnTo>
                  <a:lnTo>
                    <a:pt x="275883" y="951795"/>
                  </a:lnTo>
                  <a:lnTo>
                    <a:pt x="317842" y="970689"/>
                  </a:lnTo>
                  <a:lnTo>
                    <a:pt x="361737" y="985751"/>
                  </a:lnTo>
                  <a:lnTo>
                    <a:pt x="407355" y="996771"/>
                  </a:lnTo>
                  <a:lnTo>
                    <a:pt x="454486" y="1003537"/>
                  </a:lnTo>
                  <a:lnTo>
                    <a:pt x="502919" y="1005839"/>
                  </a:lnTo>
                  <a:lnTo>
                    <a:pt x="551353" y="1003537"/>
                  </a:lnTo>
                  <a:lnTo>
                    <a:pt x="598484" y="996771"/>
                  </a:lnTo>
                  <a:lnTo>
                    <a:pt x="644102" y="985751"/>
                  </a:lnTo>
                  <a:lnTo>
                    <a:pt x="687997" y="970689"/>
                  </a:lnTo>
                  <a:lnTo>
                    <a:pt x="729956" y="951795"/>
                  </a:lnTo>
                  <a:lnTo>
                    <a:pt x="769770" y="929281"/>
                  </a:lnTo>
                  <a:lnTo>
                    <a:pt x="807228" y="903356"/>
                  </a:lnTo>
                  <a:lnTo>
                    <a:pt x="842119" y="874231"/>
                  </a:lnTo>
                  <a:lnTo>
                    <a:pt x="874231" y="842119"/>
                  </a:lnTo>
                  <a:lnTo>
                    <a:pt x="903356" y="807228"/>
                  </a:lnTo>
                  <a:lnTo>
                    <a:pt x="929281" y="769770"/>
                  </a:lnTo>
                  <a:lnTo>
                    <a:pt x="951795" y="729956"/>
                  </a:lnTo>
                  <a:lnTo>
                    <a:pt x="970689" y="687997"/>
                  </a:lnTo>
                  <a:lnTo>
                    <a:pt x="985751" y="644102"/>
                  </a:lnTo>
                  <a:lnTo>
                    <a:pt x="996771" y="598484"/>
                  </a:lnTo>
                  <a:lnTo>
                    <a:pt x="1003537" y="551353"/>
                  </a:lnTo>
                  <a:lnTo>
                    <a:pt x="1005839" y="502919"/>
                  </a:lnTo>
                  <a:lnTo>
                    <a:pt x="1003537" y="454486"/>
                  </a:lnTo>
                  <a:lnTo>
                    <a:pt x="996771" y="407355"/>
                  </a:lnTo>
                  <a:lnTo>
                    <a:pt x="985751" y="361737"/>
                  </a:lnTo>
                  <a:lnTo>
                    <a:pt x="970689" y="317842"/>
                  </a:lnTo>
                  <a:lnTo>
                    <a:pt x="951795" y="275883"/>
                  </a:lnTo>
                  <a:lnTo>
                    <a:pt x="929281" y="236069"/>
                  </a:lnTo>
                  <a:lnTo>
                    <a:pt x="903356" y="198611"/>
                  </a:lnTo>
                  <a:lnTo>
                    <a:pt x="874231" y="163720"/>
                  </a:lnTo>
                  <a:lnTo>
                    <a:pt x="842119" y="131608"/>
                  </a:lnTo>
                  <a:lnTo>
                    <a:pt x="807228" y="102483"/>
                  </a:lnTo>
                  <a:lnTo>
                    <a:pt x="769770" y="76558"/>
                  </a:lnTo>
                  <a:lnTo>
                    <a:pt x="729956" y="54044"/>
                  </a:lnTo>
                  <a:lnTo>
                    <a:pt x="687997" y="35150"/>
                  </a:lnTo>
                  <a:lnTo>
                    <a:pt x="644102" y="20088"/>
                  </a:lnTo>
                  <a:lnTo>
                    <a:pt x="598484" y="9068"/>
                  </a:lnTo>
                  <a:lnTo>
                    <a:pt x="551353" y="2302"/>
                  </a:lnTo>
                  <a:lnTo>
                    <a:pt x="502919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732519" y="708659"/>
            <a:ext cx="2738755" cy="2921635"/>
            <a:chOff x="8732519" y="708659"/>
            <a:chExt cx="2738755" cy="29216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81159" y="708659"/>
              <a:ext cx="2189733" cy="218973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2679" y="1805940"/>
              <a:ext cx="1458341" cy="14583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32519" y="2537409"/>
              <a:ext cx="1092504" cy="109250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20980" y="1718541"/>
            <a:ext cx="6486525" cy="1214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Report</a:t>
            </a:r>
            <a:r>
              <a:rPr sz="2300" b="1" spc="-65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it.</a:t>
            </a:r>
            <a:r>
              <a:rPr sz="2300" b="1" spc="-65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Track</a:t>
            </a:r>
            <a:r>
              <a:rPr sz="2300" b="1" spc="-60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it.</a:t>
            </a:r>
            <a:r>
              <a:rPr sz="2300" b="1" spc="-65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dirty="0">
                <a:solidFill>
                  <a:srgbClr val="C6E75E"/>
                </a:solidFill>
                <a:latin typeface="Courier New"/>
                <a:cs typeface="Courier New"/>
              </a:rPr>
              <a:t>Clean</a:t>
            </a:r>
            <a:r>
              <a:rPr sz="2300" b="1" spc="-60" dirty="0">
                <a:solidFill>
                  <a:srgbClr val="C6E75E"/>
                </a:solidFill>
                <a:latin typeface="Courier New"/>
                <a:cs typeface="Courier New"/>
              </a:rPr>
              <a:t> </a:t>
            </a:r>
            <a:r>
              <a:rPr sz="2300" b="1" spc="-25" dirty="0">
                <a:solidFill>
                  <a:srgbClr val="C6E75E"/>
                </a:solidFill>
                <a:latin typeface="Courier New"/>
                <a:cs typeface="Courier New"/>
              </a:rPr>
              <a:t>it.</a:t>
            </a:r>
            <a:endParaRPr sz="23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23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A</a:t>
            </a:r>
            <a:r>
              <a:rPr sz="1550" spc="6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MERN-based</a:t>
            </a:r>
            <a:r>
              <a:rPr sz="1550" spc="25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web</a:t>
            </a:r>
            <a:r>
              <a:rPr sz="1550" spc="14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app</a:t>
            </a:r>
            <a:r>
              <a:rPr sz="1550" spc="10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to</a:t>
            </a:r>
            <a:r>
              <a:rPr sz="1550" spc="14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report</a:t>
            </a:r>
            <a:r>
              <a:rPr sz="1550" spc="21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garbage</a:t>
            </a:r>
            <a:r>
              <a:rPr sz="1550" spc="254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issues,</a:t>
            </a:r>
            <a:r>
              <a:rPr sz="1550" spc="254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spc="-10" dirty="0">
                <a:solidFill>
                  <a:srgbClr val="BEF0DC"/>
                </a:solidFill>
                <a:latin typeface="Courier New"/>
                <a:cs typeface="Courier New"/>
              </a:rPr>
              <a:t>attach</a:t>
            </a:r>
            <a:endParaRPr sz="155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location</a:t>
            </a:r>
            <a:r>
              <a:rPr sz="1550" spc="22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and</a:t>
            </a:r>
            <a:r>
              <a:rPr sz="1550" spc="12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images,</a:t>
            </a:r>
            <a:r>
              <a:rPr sz="1550" spc="19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and</a:t>
            </a:r>
            <a:r>
              <a:rPr sz="1550" spc="120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track</a:t>
            </a:r>
            <a:r>
              <a:rPr sz="1550" spc="195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EF0DC"/>
                </a:solidFill>
                <a:latin typeface="Courier New"/>
                <a:cs typeface="Courier New"/>
              </a:rPr>
              <a:t>collection</a:t>
            </a:r>
            <a:r>
              <a:rPr sz="1550" spc="229" dirty="0">
                <a:solidFill>
                  <a:srgbClr val="BEF0DC"/>
                </a:solidFill>
                <a:latin typeface="Courier New"/>
                <a:cs typeface="Courier New"/>
              </a:rPr>
              <a:t> </a:t>
            </a:r>
            <a:r>
              <a:rPr sz="1550" spc="-10" dirty="0">
                <a:solidFill>
                  <a:srgbClr val="BEF0DC"/>
                </a:solidFill>
                <a:latin typeface="Courier New"/>
                <a:cs typeface="Courier New"/>
              </a:rPr>
              <a:t>progress.</a:t>
            </a:r>
            <a:endParaRPr sz="1550" dirty="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424159" y="374904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0"/>
                </a:moveTo>
                <a:lnTo>
                  <a:pt x="296375" y="3130"/>
                </a:lnTo>
                <a:lnTo>
                  <a:pt x="251751" y="12250"/>
                </a:lnTo>
                <a:lnTo>
                  <a:pt x="209436" y="26949"/>
                </a:lnTo>
                <a:lnTo>
                  <a:pt x="169841" y="46820"/>
                </a:lnTo>
                <a:lnTo>
                  <a:pt x="133373" y="71454"/>
                </a:lnTo>
                <a:lnTo>
                  <a:pt x="100441" y="100441"/>
                </a:lnTo>
                <a:lnTo>
                  <a:pt x="71454" y="133373"/>
                </a:lnTo>
                <a:lnTo>
                  <a:pt x="46820" y="169841"/>
                </a:lnTo>
                <a:lnTo>
                  <a:pt x="26949" y="209436"/>
                </a:lnTo>
                <a:lnTo>
                  <a:pt x="12250" y="251751"/>
                </a:lnTo>
                <a:lnTo>
                  <a:pt x="3130" y="296375"/>
                </a:lnTo>
                <a:lnTo>
                  <a:pt x="0" y="342900"/>
                </a:lnTo>
                <a:lnTo>
                  <a:pt x="3130" y="389424"/>
                </a:lnTo>
                <a:lnTo>
                  <a:pt x="12250" y="434048"/>
                </a:lnTo>
                <a:lnTo>
                  <a:pt x="26949" y="476363"/>
                </a:lnTo>
                <a:lnTo>
                  <a:pt x="46820" y="515958"/>
                </a:lnTo>
                <a:lnTo>
                  <a:pt x="71454" y="552426"/>
                </a:lnTo>
                <a:lnTo>
                  <a:pt x="100441" y="585358"/>
                </a:lnTo>
                <a:lnTo>
                  <a:pt x="133373" y="614345"/>
                </a:lnTo>
                <a:lnTo>
                  <a:pt x="169841" y="638979"/>
                </a:lnTo>
                <a:lnTo>
                  <a:pt x="209436" y="658850"/>
                </a:lnTo>
                <a:lnTo>
                  <a:pt x="251751" y="673549"/>
                </a:lnTo>
                <a:lnTo>
                  <a:pt x="296375" y="682669"/>
                </a:lnTo>
                <a:lnTo>
                  <a:pt x="342900" y="685800"/>
                </a:lnTo>
                <a:lnTo>
                  <a:pt x="389424" y="682669"/>
                </a:lnTo>
                <a:lnTo>
                  <a:pt x="434048" y="673549"/>
                </a:lnTo>
                <a:lnTo>
                  <a:pt x="476363" y="658850"/>
                </a:lnTo>
                <a:lnTo>
                  <a:pt x="515958" y="638979"/>
                </a:lnTo>
                <a:lnTo>
                  <a:pt x="552426" y="614345"/>
                </a:lnTo>
                <a:lnTo>
                  <a:pt x="585358" y="585358"/>
                </a:lnTo>
                <a:lnTo>
                  <a:pt x="614345" y="552426"/>
                </a:lnTo>
                <a:lnTo>
                  <a:pt x="638979" y="515958"/>
                </a:lnTo>
                <a:lnTo>
                  <a:pt x="658850" y="476363"/>
                </a:lnTo>
                <a:lnTo>
                  <a:pt x="673549" y="434048"/>
                </a:lnTo>
                <a:lnTo>
                  <a:pt x="682669" y="389424"/>
                </a:lnTo>
                <a:lnTo>
                  <a:pt x="685800" y="342900"/>
                </a:lnTo>
                <a:lnTo>
                  <a:pt x="682669" y="296375"/>
                </a:lnTo>
                <a:lnTo>
                  <a:pt x="673549" y="251751"/>
                </a:lnTo>
                <a:lnTo>
                  <a:pt x="658850" y="209436"/>
                </a:lnTo>
                <a:lnTo>
                  <a:pt x="638979" y="169841"/>
                </a:lnTo>
                <a:lnTo>
                  <a:pt x="614345" y="133373"/>
                </a:lnTo>
                <a:lnTo>
                  <a:pt x="585358" y="100441"/>
                </a:lnTo>
                <a:lnTo>
                  <a:pt x="552426" y="71454"/>
                </a:lnTo>
                <a:lnTo>
                  <a:pt x="515958" y="46820"/>
                </a:lnTo>
                <a:lnTo>
                  <a:pt x="476363" y="26949"/>
                </a:lnTo>
                <a:lnTo>
                  <a:pt x="434048" y="12250"/>
                </a:lnTo>
                <a:lnTo>
                  <a:pt x="389424" y="3130"/>
                </a:lnTo>
                <a:lnTo>
                  <a:pt x="342900" y="0"/>
                </a:lnTo>
                <a:close/>
              </a:path>
            </a:pathLst>
          </a:custGeom>
          <a:solidFill>
            <a:srgbClr val="BDEFD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78440" y="3726217"/>
            <a:ext cx="772502" cy="77250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708690" y="3333231"/>
            <a:ext cx="5313680" cy="1575431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TEAM MEMBERS: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     M.SAI CHARAN -25MVCSMR0058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     P.ROHITH     -25MVCSMR0065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     B.STALIN     -25MVCSMR0015</a:t>
            </a: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lang="en-US" b="1" dirty="0">
                <a:solidFill>
                  <a:srgbClr val="F7FAFA"/>
                </a:solidFill>
                <a:latin typeface="Courier New"/>
                <a:cs typeface="Courier New"/>
              </a:rPr>
              <a:t>     V.BHARATH    -25MVCSMR0091</a:t>
            </a:r>
            <a:endParaRPr dirty="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54685" y="5588872"/>
            <a:ext cx="94106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BEF0DC"/>
                </a:solidFill>
                <a:latin typeface="Courier New"/>
                <a:cs typeface="Courier New"/>
              </a:rPr>
              <a:t>|</a:t>
            </a:r>
            <a:r>
              <a:rPr sz="1000" spc="20" dirty="0">
                <a:solidFill>
                  <a:srgbClr val="BEF0DC"/>
                </a:solidFill>
                <a:latin typeface="Courier New"/>
                <a:cs typeface="Courier New"/>
              </a:rPr>
              <a:t>  </a:t>
            </a:r>
            <a:r>
              <a:rPr sz="1000" spc="-25" dirty="0">
                <a:solidFill>
                  <a:srgbClr val="BEF0DC"/>
                </a:solidFill>
                <a:latin typeface="Courier New"/>
                <a:cs typeface="Courier New"/>
              </a:rPr>
              <a:t>2026–</a:t>
            </a:r>
            <a:r>
              <a:rPr sz="1000" spc="-20" dirty="0">
                <a:solidFill>
                  <a:srgbClr val="BEF0DC"/>
                </a:solidFill>
                <a:latin typeface="Courier New"/>
                <a:cs typeface="Courier New"/>
              </a:rPr>
              <a:t>2027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615296" y="5275910"/>
            <a:ext cx="1348740" cy="5099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35"/>
              </a:spcBef>
              <a:tabLst>
                <a:tab pos="469265" algn="l"/>
              </a:tabLst>
            </a:pPr>
            <a:r>
              <a:rPr sz="1550" b="1" spc="-50" dirty="0">
                <a:solidFill>
                  <a:srgbClr val="F7FAFA"/>
                </a:solidFill>
                <a:latin typeface="Yu Gothic UI"/>
                <a:cs typeface="Yu Gothic UI"/>
              </a:rPr>
              <a:t>♻</a:t>
            </a:r>
            <a:r>
              <a:rPr sz="1550" b="1" dirty="0">
                <a:solidFill>
                  <a:srgbClr val="F7FAFA"/>
                </a:solidFill>
                <a:latin typeface="Yu Gothic UI"/>
                <a:cs typeface="Yu Gothic UI"/>
              </a:rPr>
              <a:t>	</a:t>
            </a:r>
            <a:r>
              <a:rPr sz="1550" b="1" spc="-10" dirty="0">
                <a:solidFill>
                  <a:srgbClr val="F7FAFA"/>
                </a:solidFill>
                <a:latin typeface="Courier New"/>
                <a:cs typeface="Courier New"/>
              </a:rPr>
              <a:t>CLEANER</a:t>
            </a:r>
            <a:endParaRPr sz="1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550" b="1" spc="-10" dirty="0">
                <a:solidFill>
                  <a:srgbClr val="F7FAFA"/>
                </a:solidFill>
                <a:latin typeface="Courier New"/>
                <a:cs typeface="Courier New"/>
              </a:rPr>
              <a:t>COMMUNITIES</a:t>
            </a:r>
            <a:endParaRPr sz="15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759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900" b="1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CHALLENGE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02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Waste</a:t>
            </a:r>
            <a:r>
              <a:rPr spc="-110" dirty="0"/>
              <a:t> </a:t>
            </a:r>
            <a:r>
              <a:rPr dirty="0"/>
              <a:t>problems</a:t>
            </a:r>
            <a:r>
              <a:rPr spc="-95" dirty="0"/>
              <a:t> </a:t>
            </a:r>
            <a:r>
              <a:rPr dirty="0"/>
              <a:t>are</a:t>
            </a:r>
            <a:r>
              <a:rPr spc="-100" dirty="0"/>
              <a:t> </a:t>
            </a:r>
            <a:r>
              <a:rPr dirty="0"/>
              <a:t>visible.</a:t>
            </a:r>
            <a:r>
              <a:rPr spc="-95" dirty="0"/>
              <a:t> </a:t>
            </a:r>
            <a:r>
              <a:rPr dirty="0"/>
              <a:t>Tracking</a:t>
            </a:r>
            <a:r>
              <a:rPr spc="-100" dirty="0"/>
              <a:t> </a:t>
            </a:r>
            <a:r>
              <a:rPr dirty="0"/>
              <a:t>them</a:t>
            </a:r>
            <a:r>
              <a:rPr spc="-95" dirty="0"/>
              <a:t> </a:t>
            </a:r>
            <a:r>
              <a:rPr spc="-10" dirty="0"/>
              <a:t>isn't.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7014209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204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gap</a:t>
            </a:r>
            <a:r>
              <a:rPr sz="1150" spc="1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is</a:t>
            </a:r>
            <a:r>
              <a:rPr sz="1150" spc="2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not</a:t>
            </a:r>
            <a:r>
              <a:rPr sz="1150" spc="1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only</a:t>
            </a:r>
            <a:r>
              <a:rPr sz="1150" spc="2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collection—it</a:t>
            </a:r>
            <a:r>
              <a:rPr sz="1150" spc="254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is</a:t>
            </a:r>
            <a:r>
              <a:rPr sz="1150" spc="1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reporting,</a:t>
            </a:r>
            <a:r>
              <a:rPr sz="1150" spc="2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follow-up,</a:t>
            </a:r>
            <a:r>
              <a:rPr sz="1150" spc="2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2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transparency.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4068" y="1847088"/>
            <a:ext cx="3616325" cy="1924685"/>
            <a:chOff x="544068" y="1847088"/>
            <a:chExt cx="3616325" cy="19246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847088"/>
              <a:ext cx="3616198" cy="19246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3215640" y="0"/>
                  </a:moveTo>
                  <a:lnTo>
                    <a:pt x="304800" y="0"/>
                  </a:lnTo>
                  <a:lnTo>
                    <a:pt x="255359" y="3990"/>
                  </a:lnTo>
                  <a:lnTo>
                    <a:pt x="208458" y="15544"/>
                  </a:lnTo>
                  <a:lnTo>
                    <a:pt x="164725" y="34032"/>
                  </a:lnTo>
                  <a:lnTo>
                    <a:pt x="124788" y="58826"/>
                  </a:lnTo>
                  <a:lnTo>
                    <a:pt x="89273" y="89296"/>
                  </a:lnTo>
                  <a:lnTo>
                    <a:pt x="58808" y="124815"/>
                  </a:lnTo>
                  <a:lnTo>
                    <a:pt x="34020" y="164753"/>
                  </a:lnTo>
                  <a:lnTo>
                    <a:pt x="15538" y="208483"/>
                  </a:lnTo>
                  <a:lnTo>
                    <a:pt x="3989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89" y="1573425"/>
                  </a:lnTo>
                  <a:lnTo>
                    <a:pt x="15538" y="1620316"/>
                  </a:lnTo>
                  <a:lnTo>
                    <a:pt x="34020" y="1664046"/>
                  </a:lnTo>
                  <a:lnTo>
                    <a:pt x="58808" y="1703984"/>
                  </a:lnTo>
                  <a:lnTo>
                    <a:pt x="89273" y="1739503"/>
                  </a:lnTo>
                  <a:lnTo>
                    <a:pt x="124788" y="1769973"/>
                  </a:lnTo>
                  <a:lnTo>
                    <a:pt x="164725" y="1794767"/>
                  </a:lnTo>
                  <a:lnTo>
                    <a:pt x="208458" y="1813255"/>
                  </a:lnTo>
                  <a:lnTo>
                    <a:pt x="255359" y="1824809"/>
                  </a:lnTo>
                  <a:lnTo>
                    <a:pt x="304800" y="1828799"/>
                  </a:lnTo>
                  <a:lnTo>
                    <a:pt x="3215640" y="1828799"/>
                  </a:lnTo>
                  <a:lnTo>
                    <a:pt x="3265065" y="1824809"/>
                  </a:lnTo>
                  <a:lnTo>
                    <a:pt x="3311956" y="1813255"/>
                  </a:lnTo>
                  <a:lnTo>
                    <a:pt x="3355686" y="1794767"/>
                  </a:lnTo>
                  <a:lnTo>
                    <a:pt x="3395624" y="1769973"/>
                  </a:lnTo>
                  <a:lnTo>
                    <a:pt x="3431143" y="1739503"/>
                  </a:lnTo>
                  <a:lnTo>
                    <a:pt x="3461613" y="1703984"/>
                  </a:lnTo>
                  <a:lnTo>
                    <a:pt x="3486407" y="1664046"/>
                  </a:lnTo>
                  <a:lnTo>
                    <a:pt x="3504895" y="1620316"/>
                  </a:lnTo>
                  <a:lnTo>
                    <a:pt x="3516449" y="1573425"/>
                  </a:lnTo>
                  <a:lnTo>
                    <a:pt x="3520440" y="1524000"/>
                  </a:lnTo>
                  <a:lnTo>
                    <a:pt x="3520440" y="304800"/>
                  </a:lnTo>
                  <a:lnTo>
                    <a:pt x="3516449" y="255374"/>
                  </a:lnTo>
                  <a:lnTo>
                    <a:pt x="3504895" y="208483"/>
                  </a:lnTo>
                  <a:lnTo>
                    <a:pt x="3486407" y="164753"/>
                  </a:lnTo>
                  <a:lnTo>
                    <a:pt x="3461613" y="124815"/>
                  </a:lnTo>
                  <a:lnTo>
                    <a:pt x="3431143" y="89296"/>
                  </a:lnTo>
                  <a:lnTo>
                    <a:pt x="3395624" y="58826"/>
                  </a:lnTo>
                  <a:lnTo>
                    <a:pt x="3355686" y="34032"/>
                  </a:lnTo>
                  <a:lnTo>
                    <a:pt x="3311956" y="15544"/>
                  </a:lnTo>
                  <a:lnTo>
                    <a:pt x="3265065" y="3990"/>
                  </a:lnTo>
                  <a:lnTo>
                    <a:pt x="321564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0" y="304800"/>
                  </a:moveTo>
                  <a:lnTo>
                    <a:pt x="3989" y="255374"/>
                  </a:lnTo>
                  <a:lnTo>
                    <a:pt x="15538" y="208483"/>
                  </a:lnTo>
                  <a:lnTo>
                    <a:pt x="34020" y="164753"/>
                  </a:lnTo>
                  <a:lnTo>
                    <a:pt x="58808" y="124815"/>
                  </a:lnTo>
                  <a:lnTo>
                    <a:pt x="89273" y="89296"/>
                  </a:lnTo>
                  <a:lnTo>
                    <a:pt x="124788" y="58826"/>
                  </a:lnTo>
                  <a:lnTo>
                    <a:pt x="164725" y="34032"/>
                  </a:lnTo>
                  <a:lnTo>
                    <a:pt x="208458" y="15544"/>
                  </a:lnTo>
                  <a:lnTo>
                    <a:pt x="255359" y="3990"/>
                  </a:lnTo>
                  <a:lnTo>
                    <a:pt x="304800" y="0"/>
                  </a:lnTo>
                  <a:lnTo>
                    <a:pt x="3215640" y="0"/>
                  </a:lnTo>
                  <a:lnTo>
                    <a:pt x="3265065" y="3990"/>
                  </a:lnTo>
                  <a:lnTo>
                    <a:pt x="3311956" y="15544"/>
                  </a:lnTo>
                  <a:lnTo>
                    <a:pt x="3355686" y="34032"/>
                  </a:lnTo>
                  <a:lnTo>
                    <a:pt x="3395624" y="58826"/>
                  </a:lnTo>
                  <a:lnTo>
                    <a:pt x="3431143" y="89296"/>
                  </a:lnTo>
                  <a:lnTo>
                    <a:pt x="3461613" y="124815"/>
                  </a:lnTo>
                  <a:lnTo>
                    <a:pt x="3486407" y="164753"/>
                  </a:lnTo>
                  <a:lnTo>
                    <a:pt x="3504895" y="208483"/>
                  </a:lnTo>
                  <a:lnTo>
                    <a:pt x="3516449" y="255374"/>
                  </a:lnTo>
                  <a:lnTo>
                    <a:pt x="3520440" y="304800"/>
                  </a:lnTo>
                  <a:lnTo>
                    <a:pt x="3520440" y="1524000"/>
                  </a:lnTo>
                  <a:lnTo>
                    <a:pt x="3516449" y="1573425"/>
                  </a:lnTo>
                  <a:lnTo>
                    <a:pt x="3504895" y="1620316"/>
                  </a:lnTo>
                  <a:lnTo>
                    <a:pt x="3486407" y="1664046"/>
                  </a:lnTo>
                  <a:lnTo>
                    <a:pt x="3461613" y="1703984"/>
                  </a:lnTo>
                  <a:lnTo>
                    <a:pt x="3431143" y="1739503"/>
                  </a:lnTo>
                  <a:lnTo>
                    <a:pt x="3395624" y="1769973"/>
                  </a:lnTo>
                  <a:lnTo>
                    <a:pt x="3355686" y="1794767"/>
                  </a:lnTo>
                  <a:lnTo>
                    <a:pt x="3311956" y="1813255"/>
                  </a:lnTo>
                  <a:lnTo>
                    <a:pt x="3265065" y="1824809"/>
                  </a:lnTo>
                  <a:lnTo>
                    <a:pt x="3215640" y="1828799"/>
                  </a:lnTo>
                  <a:lnTo>
                    <a:pt x="304800" y="1828799"/>
                  </a:lnTo>
                  <a:lnTo>
                    <a:pt x="255359" y="1824809"/>
                  </a:lnTo>
                  <a:lnTo>
                    <a:pt x="208458" y="1813255"/>
                  </a:lnTo>
                  <a:lnTo>
                    <a:pt x="164725" y="1794767"/>
                  </a:lnTo>
                  <a:lnTo>
                    <a:pt x="124788" y="1769973"/>
                  </a:lnTo>
                  <a:lnTo>
                    <a:pt x="89273" y="1739503"/>
                  </a:lnTo>
                  <a:lnTo>
                    <a:pt x="58808" y="1703984"/>
                  </a:lnTo>
                  <a:lnTo>
                    <a:pt x="34020" y="1664046"/>
                  </a:lnTo>
                  <a:lnTo>
                    <a:pt x="15538" y="1620316"/>
                  </a:lnTo>
                  <a:lnTo>
                    <a:pt x="3989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9143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961388"/>
              <a:ext cx="150583" cy="16960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60" y="1984248"/>
              <a:ext cx="64135" cy="1609725"/>
            </a:xfrm>
            <a:custGeom>
              <a:avLst/>
              <a:gdLst/>
              <a:ahLst/>
              <a:cxnLst/>
              <a:rect l="l" t="t" r="r" b="b"/>
              <a:pathLst>
                <a:path w="64134" h="1609725">
                  <a:moveTo>
                    <a:pt x="64007" y="0"/>
                  </a:moveTo>
                  <a:lnTo>
                    <a:pt x="0" y="0"/>
                  </a:lnTo>
                  <a:lnTo>
                    <a:pt x="0" y="1609343"/>
                  </a:lnTo>
                  <a:lnTo>
                    <a:pt x="64007" y="1609343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8852" y="2032507"/>
            <a:ext cx="2897505" cy="900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5" dirty="0">
                <a:solidFill>
                  <a:srgbClr val="F8FAF9"/>
                </a:solidFill>
                <a:latin typeface="Courier New"/>
                <a:cs typeface="Courier New"/>
              </a:rPr>
              <a:t>REAL-</a:t>
            </a: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WORLD</a:t>
            </a:r>
            <a:r>
              <a:rPr sz="1400" b="1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PROBLEM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99500"/>
              </a:lnSpc>
              <a:spcBef>
                <a:spcPts val="125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Garbage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can</a:t>
            </a:r>
            <a:r>
              <a:rPr sz="1100" spc="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accumulate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in</a:t>
            </a:r>
            <a:r>
              <a:rPr sz="1100" spc="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streets,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public</a:t>
            </a:r>
            <a:r>
              <a:rPr sz="1100" spc="-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spaces,</a:t>
            </a:r>
            <a:r>
              <a:rPr sz="1100" spc="-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00" spc="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around</a:t>
            </a:r>
            <a:r>
              <a:rPr sz="1100" spc="-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BDEFDC"/>
                </a:solidFill>
                <a:latin typeface="Courier New"/>
                <a:cs typeface="Courier New"/>
              </a:rPr>
              <a:t>bins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before</a:t>
            </a:r>
            <a:r>
              <a:rPr sz="1100" spc="-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00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right</a:t>
            </a:r>
            <a:r>
              <a:rPr sz="1100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team</a:t>
            </a:r>
            <a:r>
              <a:rPr sz="1100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is</a:t>
            </a:r>
            <a:r>
              <a:rPr sz="1100" spc="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notified.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3108" y="1847088"/>
            <a:ext cx="3616325" cy="1924685"/>
            <a:chOff x="4293108" y="1847088"/>
            <a:chExt cx="3616325" cy="192468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3108" y="1847088"/>
              <a:ext cx="3616197" cy="19246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43400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3215640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799"/>
                  </a:lnTo>
                  <a:lnTo>
                    <a:pt x="3215640" y="1828799"/>
                  </a:lnTo>
                  <a:lnTo>
                    <a:pt x="3265065" y="1824809"/>
                  </a:lnTo>
                  <a:lnTo>
                    <a:pt x="3311956" y="1813255"/>
                  </a:lnTo>
                  <a:lnTo>
                    <a:pt x="3355686" y="1794767"/>
                  </a:lnTo>
                  <a:lnTo>
                    <a:pt x="3395624" y="1769973"/>
                  </a:lnTo>
                  <a:lnTo>
                    <a:pt x="3431143" y="1739503"/>
                  </a:lnTo>
                  <a:lnTo>
                    <a:pt x="3461613" y="1703984"/>
                  </a:lnTo>
                  <a:lnTo>
                    <a:pt x="3486407" y="1664046"/>
                  </a:lnTo>
                  <a:lnTo>
                    <a:pt x="3504895" y="1620316"/>
                  </a:lnTo>
                  <a:lnTo>
                    <a:pt x="3516449" y="1573425"/>
                  </a:lnTo>
                  <a:lnTo>
                    <a:pt x="3520440" y="1524000"/>
                  </a:lnTo>
                  <a:lnTo>
                    <a:pt x="3520440" y="304800"/>
                  </a:lnTo>
                  <a:lnTo>
                    <a:pt x="3516449" y="255374"/>
                  </a:lnTo>
                  <a:lnTo>
                    <a:pt x="3504895" y="208483"/>
                  </a:lnTo>
                  <a:lnTo>
                    <a:pt x="3486407" y="164753"/>
                  </a:lnTo>
                  <a:lnTo>
                    <a:pt x="3461613" y="124815"/>
                  </a:lnTo>
                  <a:lnTo>
                    <a:pt x="3431143" y="89296"/>
                  </a:lnTo>
                  <a:lnTo>
                    <a:pt x="3395624" y="58826"/>
                  </a:lnTo>
                  <a:lnTo>
                    <a:pt x="3355686" y="34032"/>
                  </a:lnTo>
                  <a:lnTo>
                    <a:pt x="3311956" y="15544"/>
                  </a:lnTo>
                  <a:lnTo>
                    <a:pt x="3265065" y="3990"/>
                  </a:lnTo>
                  <a:lnTo>
                    <a:pt x="321564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215640" y="0"/>
                  </a:lnTo>
                  <a:lnTo>
                    <a:pt x="3265065" y="3990"/>
                  </a:lnTo>
                  <a:lnTo>
                    <a:pt x="3311956" y="15544"/>
                  </a:lnTo>
                  <a:lnTo>
                    <a:pt x="3355686" y="34032"/>
                  </a:lnTo>
                  <a:lnTo>
                    <a:pt x="3395624" y="58826"/>
                  </a:lnTo>
                  <a:lnTo>
                    <a:pt x="3431143" y="89296"/>
                  </a:lnTo>
                  <a:lnTo>
                    <a:pt x="3461613" y="124815"/>
                  </a:lnTo>
                  <a:lnTo>
                    <a:pt x="3486407" y="164753"/>
                  </a:lnTo>
                  <a:lnTo>
                    <a:pt x="3504895" y="208483"/>
                  </a:lnTo>
                  <a:lnTo>
                    <a:pt x="3516449" y="255374"/>
                  </a:lnTo>
                  <a:lnTo>
                    <a:pt x="3520440" y="304800"/>
                  </a:lnTo>
                  <a:lnTo>
                    <a:pt x="3520440" y="1524000"/>
                  </a:lnTo>
                  <a:lnTo>
                    <a:pt x="3516449" y="1573425"/>
                  </a:lnTo>
                  <a:lnTo>
                    <a:pt x="3504895" y="1620316"/>
                  </a:lnTo>
                  <a:lnTo>
                    <a:pt x="3486407" y="1664046"/>
                  </a:lnTo>
                  <a:lnTo>
                    <a:pt x="3461613" y="1703984"/>
                  </a:lnTo>
                  <a:lnTo>
                    <a:pt x="3431143" y="1739503"/>
                  </a:lnTo>
                  <a:lnTo>
                    <a:pt x="3395624" y="1769973"/>
                  </a:lnTo>
                  <a:lnTo>
                    <a:pt x="3355686" y="1794767"/>
                  </a:lnTo>
                  <a:lnTo>
                    <a:pt x="3311956" y="1813255"/>
                  </a:lnTo>
                  <a:lnTo>
                    <a:pt x="3265065" y="1824809"/>
                  </a:lnTo>
                  <a:lnTo>
                    <a:pt x="3215640" y="1828799"/>
                  </a:lnTo>
                  <a:lnTo>
                    <a:pt x="304800" y="1828799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7680" y="1961388"/>
              <a:ext cx="150583" cy="169608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3400" y="1984248"/>
              <a:ext cx="64135" cy="1609725"/>
            </a:xfrm>
            <a:custGeom>
              <a:avLst/>
              <a:gdLst/>
              <a:ahLst/>
              <a:cxnLst/>
              <a:rect l="l" t="t" r="r" b="b"/>
              <a:pathLst>
                <a:path w="64135" h="1609725">
                  <a:moveTo>
                    <a:pt x="64008" y="0"/>
                  </a:moveTo>
                  <a:lnTo>
                    <a:pt x="0" y="0"/>
                  </a:lnTo>
                  <a:lnTo>
                    <a:pt x="0" y="1609343"/>
                  </a:lnTo>
                  <a:lnTo>
                    <a:pt x="64008" y="1609343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79365" y="2032507"/>
            <a:ext cx="2900680" cy="900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WHY</a:t>
            </a:r>
            <a:r>
              <a:rPr sz="1400" b="1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IT</a:t>
            </a:r>
            <a:r>
              <a:rPr sz="1400" b="1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MATTERS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99500"/>
              </a:lnSpc>
              <a:spcBef>
                <a:spcPts val="125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Unmanaged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can</a:t>
            </a:r>
            <a:r>
              <a:rPr sz="1100" spc="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affect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cleanliness, community</a:t>
            </a:r>
            <a:r>
              <a:rPr sz="1100" spc="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well-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being,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00" spc="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00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quality</a:t>
            </a:r>
            <a:r>
              <a:rPr sz="1100" spc="-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of</a:t>
            </a:r>
            <a:r>
              <a:rPr sz="1100" spc="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shared</a:t>
            </a:r>
            <a:r>
              <a:rPr sz="1100" spc="-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spaces.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147" y="1847088"/>
            <a:ext cx="3616325" cy="1924685"/>
            <a:chOff x="8042147" y="1847088"/>
            <a:chExt cx="3616325" cy="192468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2147" y="1847088"/>
              <a:ext cx="3616198" cy="192468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092439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3215639" y="0"/>
                  </a:moveTo>
                  <a:lnTo>
                    <a:pt x="304800" y="0"/>
                  </a:lnTo>
                  <a:lnTo>
                    <a:pt x="255374" y="3990"/>
                  </a:lnTo>
                  <a:lnTo>
                    <a:pt x="208483" y="15544"/>
                  </a:lnTo>
                  <a:lnTo>
                    <a:pt x="164753" y="34032"/>
                  </a:lnTo>
                  <a:lnTo>
                    <a:pt x="124815" y="58826"/>
                  </a:lnTo>
                  <a:lnTo>
                    <a:pt x="89296" y="89296"/>
                  </a:lnTo>
                  <a:lnTo>
                    <a:pt x="58826" y="124815"/>
                  </a:lnTo>
                  <a:lnTo>
                    <a:pt x="34032" y="164753"/>
                  </a:lnTo>
                  <a:lnTo>
                    <a:pt x="15544" y="208483"/>
                  </a:lnTo>
                  <a:lnTo>
                    <a:pt x="3990" y="255374"/>
                  </a:lnTo>
                  <a:lnTo>
                    <a:pt x="0" y="304800"/>
                  </a:lnTo>
                  <a:lnTo>
                    <a:pt x="0" y="1524000"/>
                  </a:lnTo>
                  <a:lnTo>
                    <a:pt x="3990" y="1573425"/>
                  </a:lnTo>
                  <a:lnTo>
                    <a:pt x="15544" y="1620316"/>
                  </a:lnTo>
                  <a:lnTo>
                    <a:pt x="34032" y="1664046"/>
                  </a:lnTo>
                  <a:lnTo>
                    <a:pt x="58826" y="1703984"/>
                  </a:lnTo>
                  <a:lnTo>
                    <a:pt x="89296" y="1739503"/>
                  </a:lnTo>
                  <a:lnTo>
                    <a:pt x="124815" y="1769973"/>
                  </a:lnTo>
                  <a:lnTo>
                    <a:pt x="164753" y="1794767"/>
                  </a:lnTo>
                  <a:lnTo>
                    <a:pt x="208483" y="1813255"/>
                  </a:lnTo>
                  <a:lnTo>
                    <a:pt x="255374" y="1824809"/>
                  </a:lnTo>
                  <a:lnTo>
                    <a:pt x="304800" y="1828799"/>
                  </a:lnTo>
                  <a:lnTo>
                    <a:pt x="3215639" y="1828799"/>
                  </a:lnTo>
                  <a:lnTo>
                    <a:pt x="3265065" y="1824809"/>
                  </a:lnTo>
                  <a:lnTo>
                    <a:pt x="3311956" y="1813255"/>
                  </a:lnTo>
                  <a:lnTo>
                    <a:pt x="3355686" y="1794767"/>
                  </a:lnTo>
                  <a:lnTo>
                    <a:pt x="3395624" y="1769973"/>
                  </a:lnTo>
                  <a:lnTo>
                    <a:pt x="3431143" y="1739503"/>
                  </a:lnTo>
                  <a:lnTo>
                    <a:pt x="3461613" y="1703984"/>
                  </a:lnTo>
                  <a:lnTo>
                    <a:pt x="3486407" y="1664046"/>
                  </a:lnTo>
                  <a:lnTo>
                    <a:pt x="3504895" y="1620316"/>
                  </a:lnTo>
                  <a:lnTo>
                    <a:pt x="3516449" y="1573425"/>
                  </a:lnTo>
                  <a:lnTo>
                    <a:pt x="3520439" y="1524000"/>
                  </a:lnTo>
                  <a:lnTo>
                    <a:pt x="3520439" y="304800"/>
                  </a:lnTo>
                  <a:lnTo>
                    <a:pt x="3516449" y="255374"/>
                  </a:lnTo>
                  <a:lnTo>
                    <a:pt x="3504895" y="208483"/>
                  </a:lnTo>
                  <a:lnTo>
                    <a:pt x="3486407" y="164753"/>
                  </a:lnTo>
                  <a:lnTo>
                    <a:pt x="3461613" y="124815"/>
                  </a:lnTo>
                  <a:lnTo>
                    <a:pt x="3431143" y="89296"/>
                  </a:lnTo>
                  <a:lnTo>
                    <a:pt x="3395624" y="58826"/>
                  </a:lnTo>
                  <a:lnTo>
                    <a:pt x="3355686" y="34032"/>
                  </a:lnTo>
                  <a:lnTo>
                    <a:pt x="3311956" y="15544"/>
                  </a:lnTo>
                  <a:lnTo>
                    <a:pt x="3265065" y="3990"/>
                  </a:lnTo>
                  <a:lnTo>
                    <a:pt x="321563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2439" y="1874520"/>
              <a:ext cx="3520440" cy="1828800"/>
            </a:xfrm>
            <a:custGeom>
              <a:avLst/>
              <a:gdLst/>
              <a:ahLst/>
              <a:cxnLst/>
              <a:rect l="l" t="t" r="r" b="b"/>
              <a:pathLst>
                <a:path w="3520440" h="1828800">
                  <a:moveTo>
                    <a:pt x="0" y="304800"/>
                  </a:moveTo>
                  <a:lnTo>
                    <a:pt x="3990" y="255374"/>
                  </a:lnTo>
                  <a:lnTo>
                    <a:pt x="15544" y="208483"/>
                  </a:lnTo>
                  <a:lnTo>
                    <a:pt x="34032" y="164753"/>
                  </a:lnTo>
                  <a:lnTo>
                    <a:pt x="58826" y="124815"/>
                  </a:lnTo>
                  <a:lnTo>
                    <a:pt x="89296" y="89296"/>
                  </a:lnTo>
                  <a:lnTo>
                    <a:pt x="124815" y="58826"/>
                  </a:lnTo>
                  <a:lnTo>
                    <a:pt x="164753" y="34032"/>
                  </a:lnTo>
                  <a:lnTo>
                    <a:pt x="208483" y="15544"/>
                  </a:lnTo>
                  <a:lnTo>
                    <a:pt x="255374" y="3990"/>
                  </a:lnTo>
                  <a:lnTo>
                    <a:pt x="304800" y="0"/>
                  </a:lnTo>
                  <a:lnTo>
                    <a:pt x="3215639" y="0"/>
                  </a:lnTo>
                  <a:lnTo>
                    <a:pt x="3265065" y="3990"/>
                  </a:lnTo>
                  <a:lnTo>
                    <a:pt x="3311956" y="15544"/>
                  </a:lnTo>
                  <a:lnTo>
                    <a:pt x="3355686" y="34032"/>
                  </a:lnTo>
                  <a:lnTo>
                    <a:pt x="3395624" y="58826"/>
                  </a:lnTo>
                  <a:lnTo>
                    <a:pt x="3431143" y="89296"/>
                  </a:lnTo>
                  <a:lnTo>
                    <a:pt x="3461613" y="124815"/>
                  </a:lnTo>
                  <a:lnTo>
                    <a:pt x="3486407" y="164753"/>
                  </a:lnTo>
                  <a:lnTo>
                    <a:pt x="3504895" y="208483"/>
                  </a:lnTo>
                  <a:lnTo>
                    <a:pt x="3516449" y="255374"/>
                  </a:lnTo>
                  <a:lnTo>
                    <a:pt x="3520439" y="304800"/>
                  </a:lnTo>
                  <a:lnTo>
                    <a:pt x="3520439" y="1524000"/>
                  </a:lnTo>
                  <a:lnTo>
                    <a:pt x="3516449" y="1573425"/>
                  </a:lnTo>
                  <a:lnTo>
                    <a:pt x="3504895" y="1620316"/>
                  </a:lnTo>
                  <a:lnTo>
                    <a:pt x="3486407" y="1664046"/>
                  </a:lnTo>
                  <a:lnTo>
                    <a:pt x="3461613" y="1703984"/>
                  </a:lnTo>
                  <a:lnTo>
                    <a:pt x="3431143" y="1739503"/>
                  </a:lnTo>
                  <a:lnTo>
                    <a:pt x="3395624" y="1769973"/>
                  </a:lnTo>
                  <a:lnTo>
                    <a:pt x="3355686" y="1794767"/>
                  </a:lnTo>
                  <a:lnTo>
                    <a:pt x="3311956" y="1813255"/>
                  </a:lnTo>
                  <a:lnTo>
                    <a:pt x="3265065" y="1824809"/>
                  </a:lnTo>
                  <a:lnTo>
                    <a:pt x="3215639" y="1828799"/>
                  </a:lnTo>
                  <a:lnTo>
                    <a:pt x="304800" y="1828799"/>
                  </a:lnTo>
                  <a:lnTo>
                    <a:pt x="255374" y="1824809"/>
                  </a:lnTo>
                  <a:lnTo>
                    <a:pt x="208483" y="1813255"/>
                  </a:lnTo>
                  <a:lnTo>
                    <a:pt x="164753" y="1794767"/>
                  </a:lnTo>
                  <a:lnTo>
                    <a:pt x="124815" y="1769973"/>
                  </a:lnTo>
                  <a:lnTo>
                    <a:pt x="89296" y="1739503"/>
                  </a:lnTo>
                  <a:lnTo>
                    <a:pt x="58826" y="1703984"/>
                  </a:lnTo>
                  <a:lnTo>
                    <a:pt x="34032" y="1664046"/>
                  </a:lnTo>
                  <a:lnTo>
                    <a:pt x="15544" y="1620316"/>
                  </a:lnTo>
                  <a:lnTo>
                    <a:pt x="3990" y="1573425"/>
                  </a:lnTo>
                  <a:lnTo>
                    <a:pt x="0" y="152400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19" y="1961388"/>
              <a:ext cx="150583" cy="16960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092439" y="1984248"/>
              <a:ext cx="64135" cy="1609725"/>
            </a:xfrm>
            <a:custGeom>
              <a:avLst/>
              <a:gdLst/>
              <a:ahLst/>
              <a:cxnLst/>
              <a:rect l="l" t="t" r="r" b="b"/>
              <a:pathLst>
                <a:path w="64134" h="1609725">
                  <a:moveTo>
                    <a:pt x="64007" y="0"/>
                  </a:moveTo>
                  <a:lnTo>
                    <a:pt x="0" y="0"/>
                  </a:lnTo>
                  <a:lnTo>
                    <a:pt x="0" y="1609343"/>
                  </a:lnTo>
                  <a:lnTo>
                    <a:pt x="64007" y="1609343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29676" y="2032507"/>
            <a:ext cx="2814955" cy="1069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KEY</a:t>
            </a:r>
            <a:r>
              <a:rPr sz="1400" b="1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CHALLENGES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00099"/>
              </a:lnSpc>
              <a:spcBef>
                <a:spcPts val="124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Scattered</a:t>
            </a:r>
            <a:r>
              <a:rPr sz="1100" spc="-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complaints</a:t>
            </a:r>
            <a:r>
              <a:rPr sz="1100" spc="-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incomplete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details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unclear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status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•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difficulty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finding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 unresolved issues.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124" y="4178300"/>
            <a:ext cx="8467725" cy="12446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C5E85E"/>
                </a:solidFill>
                <a:latin typeface="Courier New"/>
                <a:cs typeface="Courier New"/>
              </a:rPr>
              <a:t>TODAY'S</a:t>
            </a:r>
            <a:r>
              <a:rPr sz="1150" b="1" spc="204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150" b="1" dirty="0">
                <a:solidFill>
                  <a:srgbClr val="C5E85E"/>
                </a:solidFill>
                <a:latin typeface="Courier New"/>
                <a:cs typeface="Courier New"/>
              </a:rPr>
              <a:t>PAIN</a:t>
            </a:r>
            <a:r>
              <a:rPr sz="1150" b="1" spc="204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150" b="1" spc="-10" dirty="0">
                <a:solidFill>
                  <a:srgbClr val="C5E85E"/>
                </a:solidFill>
                <a:latin typeface="Courier New"/>
                <a:cs typeface="Courier New"/>
              </a:rPr>
              <a:t>POINTS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150">
              <a:latin typeface="Courier New"/>
              <a:cs typeface="Courier New"/>
            </a:endParaRPr>
          </a:p>
          <a:p>
            <a:pPr marL="221615" indent="-181610">
              <a:lnSpc>
                <a:spcPct val="100000"/>
              </a:lnSpc>
              <a:buClr>
                <a:srgbClr val="FF8569"/>
              </a:buClr>
              <a:buFont typeface="Calibri"/>
              <a:buChar char="•"/>
              <a:tabLst>
                <a:tab pos="221615" algn="l"/>
              </a:tabLst>
            </a:pP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People</a:t>
            </a:r>
            <a:r>
              <a:rPr sz="15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may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not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know</a:t>
            </a:r>
            <a:r>
              <a:rPr sz="15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where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or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how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to</a:t>
            </a:r>
            <a:r>
              <a:rPr sz="15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a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waste</a:t>
            </a:r>
            <a:r>
              <a:rPr sz="15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8FAF9"/>
                </a:solidFill>
                <a:latin typeface="Courier New"/>
                <a:cs typeface="Courier New"/>
              </a:rPr>
              <a:t>issue.</a:t>
            </a:r>
            <a:endParaRPr sz="1500">
              <a:latin typeface="Courier New"/>
              <a:cs typeface="Courier New"/>
            </a:endParaRPr>
          </a:p>
          <a:p>
            <a:pPr marL="221615" indent="-181610">
              <a:lnSpc>
                <a:spcPct val="100000"/>
              </a:lnSpc>
              <a:spcBef>
                <a:spcPts val="720"/>
              </a:spcBef>
              <a:buClr>
                <a:srgbClr val="FF8569"/>
              </a:buClr>
              <a:buFont typeface="Calibri"/>
              <a:buChar char="•"/>
              <a:tabLst>
                <a:tab pos="221615" algn="l"/>
              </a:tabLst>
            </a:pP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Authorities</a:t>
            </a:r>
            <a:r>
              <a:rPr sz="1500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need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a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central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record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to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review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prioritize</a:t>
            </a:r>
            <a:r>
              <a:rPr sz="15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8FAF9"/>
                </a:solidFill>
                <a:latin typeface="Courier New"/>
                <a:cs typeface="Courier New"/>
              </a:rPr>
              <a:t>complaints.</a:t>
            </a:r>
            <a:endParaRPr sz="1500">
              <a:latin typeface="Courier New"/>
              <a:cs typeface="Courier New"/>
            </a:endParaRPr>
          </a:p>
          <a:p>
            <a:pPr marL="221615" indent="-181610">
              <a:lnSpc>
                <a:spcPct val="100000"/>
              </a:lnSpc>
              <a:spcBef>
                <a:spcPts val="690"/>
              </a:spcBef>
              <a:buClr>
                <a:srgbClr val="FF8569"/>
              </a:buClr>
              <a:buFont typeface="Calibri"/>
              <a:buChar char="•"/>
              <a:tabLst>
                <a:tab pos="221615" algn="l"/>
              </a:tabLst>
            </a:pP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Reporters</a:t>
            </a:r>
            <a:r>
              <a:rPr sz="1500" spc="-8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need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visibility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into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pending,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8FAF9"/>
                </a:solidFill>
                <a:latin typeface="Courier New"/>
                <a:cs typeface="Courier New"/>
              </a:rPr>
              <a:t>in-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progress,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or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F8FAF9"/>
                </a:solidFill>
                <a:latin typeface="Courier New"/>
                <a:cs typeface="Courier New"/>
              </a:rPr>
              <a:t>resolved</a:t>
            </a:r>
            <a:r>
              <a:rPr sz="15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solidFill>
                  <a:srgbClr val="F8FAF9"/>
                </a:solidFill>
                <a:latin typeface="Courier New"/>
                <a:cs typeface="Courier New"/>
              </a:rPr>
              <a:t>issues.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82829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OUR</a:t>
            </a:r>
            <a:r>
              <a:rPr sz="900" b="1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INNOVATION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03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One</a:t>
            </a:r>
            <a:r>
              <a:rPr spc="-65" dirty="0"/>
              <a:t> </a:t>
            </a:r>
            <a:r>
              <a:rPr dirty="0"/>
              <a:t>shared</a:t>
            </a:r>
            <a:r>
              <a:rPr spc="-65" dirty="0"/>
              <a:t> </a:t>
            </a:r>
            <a:r>
              <a:rPr spc="-25" dirty="0"/>
              <a:t>workflow—</a:t>
            </a:r>
            <a:r>
              <a:rPr dirty="0"/>
              <a:t>from</a:t>
            </a:r>
            <a:r>
              <a:rPr spc="-60" dirty="0"/>
              <a:t> </a:t>
            </a:r>
            <a:r>
              <a:rPr dirty="0"/>
              <a:t>complaint</a:t>
            </a:r>
            <a:r>
              <a:rPr spc="-25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spc="-10" dirty="0"/>
              <a:t>closure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7293609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</a:t>
            </a:r>
            <a:r>
              <a:rPr sz="1150" spc="1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simple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digital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record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makes</a:t>
            </a:r>
            <a:r>
              <a:rPr sz="1150" spc="20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issues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easier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to</a:t>
            </a:r>
            <a:r>
              <a:rPr sz="1150" spc="1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report,</a:t>
            </a:r>
            <a:r>
              <a:rPr sz="1150" spc="20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review,</a:t>
            </a:r>
            <a:r>
              <a:rPr sz="1150" spc="2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1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track.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4068" y="1801367"/>
            <a:ext cx="3616325" cy="1696085"/>
            <a:chOff x="544068" y="1801367"/>
            <a:chExt cx="3616325" cy="16960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801367"/>
              <a:ext cx="3616198" cy="16960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3253740" y="0"/>
                  </a:moveTo>
                  <a:lnTo>
                    <a:pt x="266700" y="0"/>
                  </a:lnTo>
                  <a:lnTo>
                    <a:pt x="218760" y="4296"/>
                  </a:lnTo>
                  <a:lnTo>
                    <a:pt x="173639" y="16682"/>
                  </a:lnTo>
                  <a:lnTo>
                    <a:pt x="132091" y="36406"/>
                  </a:lnTo>
                  <a:lnTo>
                    <a:pt x="94868" y="62716"/>
                  </a:lnTo>
                  <a:lnTo>
                    <a:pt x="62724" y="94858"/>
                  </a:lnTo>
                  <a:lnTo>
                    <a:pt x="36412" y="132080"/>
                  </a:lnTo>
                  <a:lnTo>
                    <a:pt x="16685" y="173629"/>
                  </a:lnTo>
                  <a:lnTo>
                    <a:pt x="4296" y="218753"/>
                  </a:lnTo>
                  <a:lnTo>
                    <a:pt x="0" y="266700"/>
                  </a:lnTo>
                  <a:lnTo>
                    <a:pt x="0" y="1333500"/>
                  </a:lnTo>
                  <a:lnTo>
                    <a:pt x="4296" y="1381446"/>
                  </a:lnTo>
                  <a:lnTo>
                    <a:pt x="16685" y="1426570"/>
                  </a:lnTo>
                  <a:lnTo>
                    <a:pt x="36412" y="1468120"/>
                  </a:lnTo>
                  <a:lnTo>
                    <a:pt x="62724" y="1505341"/>
                  </a:lnTo>
                  <a:lnTo>
                    <a:pt x="94868" y="1537483"/>
                  </a:lnTo>
                  <a:lnTo>
                    <a:pt x="132091" y="1563793"/>
                  </a:lnTo>
                  <a:lnTo>
                    <a:pt x="173639" y="1583517"/>
                  </a:lnTo>
                  <a:lnTo>
                    <a:pt x="218760" y="1595903"/>
                  </a:lnTo>
                  <a:lnTo>
                    <a:pt x="266700" y="1600200"/>
                  </a:lnTo>
                  <a:lnTo>
                    <a:pt x="3253740" y="1600200"/>
                  </a:lnTo>
                  <a:lnTo>
                    <a:pt x="3301686" y="1595903"/>
                  </a:lnTo>
                  <a:lnTo>
                    <a:pt x="3346810" y="1583517"/>
                  </a:lnTo>
                  <a:lnTo>
                    <a:pt x="3388360" y="1563793"/>
                  </a:lnTo>
                  <a:lnTo>
                    <a:pt x="3425581" y="1537483"/>
                  </a:lnTo>
                  <a:lnTo>
                    <a:pt x="3457723" y="1505341"/>
                  </a:lnTo>
                  <a:lnTo>
                    <a:pt x="3484033" y="1468119"/>
                  </a:lnTo>
                  <a:lnTo>
                    <a:pt x="3503757" y="1426570"/>
                  </a:lnTo>
                  <a:lnTo>
                    <a:pt x="3516143" y="1381446"/>
                  </a:lnTo>
                  <a:lnTo>
                    <a:pt x="3520440" y="1333500"/>
                  </a:lnTo>
                  <a:lnTo>
                    <a:pt x="3520440" y="266700"/>
                  </a:lnTo>
                  <a:lnTo>
                    <a:pt x="3516143" y="218753"/>
                  </a:lnTo>
                  <a:lnTo>
                    <a:pt x="3503757" y="173629"/>
                  </a:lnTo>
                  <a:lnTo>
                    <a:pt x="3484033" y="132079"/>
                  </a:lnTo>
                  <a:lnTo>
                    <a:pt x="3457723" y="94858"/>
                  </a:lnTo>
                  <a:lnTo>
                    <a:pt x="3425581" y="62716"/>
                  </a:lnTo>
                  <a:lnTo>
                    <a:pt x="3388359" y="36406"/>
                  </a:lnTo>
                  <a:lnTo>
                    <a:pt x="3346810" y="16682"/>
                  </a:lnTo>
                  <a:lnTo>
                    <a:pt x="3301686" y="4296"/>
                  </a:lnTo>
                  <a:lnTo>
                    <a:pt x="325374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0" y="266700"/>
                  </a:moveTo>
                  <a:lnTo>
                    <a:pt x="4296" y="218753"/>
                  </a:lnTo>
                  <a:lnTo>
                    <a:pt x="16685" y="173629"/>
                  </a:lnTo>
                  <a:lnTo>
                    <a:pt x="36412" y="132080"/>
                  </a:lnTo>
                  <a:lnTo>
                    <a:pt x="62724" y="94858"/>
                  </a:lnTo>
                  <a:lnTo>
                    <a:pt x="94868" y="62716"/>
                  </a:lnTo>
                  <a:lnTo>
                    <a:pt x="132091" y="36406"/>
                  </a:lnTo>
                  <a:lnTo>
                    <a:pt x="173639" y="16682"/>
                  </a:lnTo>
                  <a:lnTo>
                    <a:pt x="218760" y="4296"/>
                  </a:lnTo>
                  <a:lnTo>
                    <a:pt x="266700" y="0"/>
                  </a:lnTo>
                  <a:lnTo>
                    <a:pt x="3253740" y="0"/>
                  </a:lnTo>
                  <a:lnTo>
                    <a:pt x="3301686" y="4296"/>
                  </a:lnTo>
                  <a:lnTo>
                    <a:pt x="3346810" y="16682"/>
                  </a:lnTo>
                  <a:lnTo>
                    <a:pt x="3388359" y="36406"/>
                  </a:lnTo>
                  <a:lnTo>
                    <a:pt x="3425581" y="62716"/>
                  </a:lnTo>
                  <a:lnTo>
                    <a:pt x="3457723" y="94858"/>
                  </a:lnTo>
                  <a:lnTo>
                    <a:pt x="3484033" y="132079"/>
                  </a:lnTo>
                  <a:lnTo>
                    <a:pt x="3503757" y="173629"/>
                  </a:lnTo>
                  <a:lnTo>
                    <a:pt x="3516143" y="218753"/>
                  </a:lnTo>
                  <a:lnTo>
                    <a:pt x="3520440" y="266700"/>
                  </a:lnTo>
                  <a:lnTo>
                    <a:pt x="3520440" y="1333500"/>
                  </a:lnTo>
                  <a:lnTo>
                    <a:pt x="3516143" y="1381446"/>
                  </a:lnTo>
                  <a:lnTo>
                    <a:pt x="3503757" y="1426570"/>
                  </a:lnTo>
                  <a:lnTo>
                    <a:pt x="3484033" y="1468119"/>
                  </a:lnTo>
                  <a:lnTo>
                    <a:pt x="3457723" y="1505341"/>
                  </a:lnTo>
                  <a:lnTo>
                    <a:pt x="3425581" y="1537483"/>
                  </a:lnTo>
                  <a:lnTo>
                    <a:pt x="3388360" y="1563793"/>
                  </a:lnTo>
                  <a:lnTo>
                    <a:pt x="3346810" y="1583517"/>
                  </a:lnTo>
                  <a:lnTo>
                    <a:pt x="3301686" y="1595903"/>
                  </a:lnTo>
                  <a:lnTo>
                    <a:pt x="3253740" y="1600200"/>
                  </a:lnTo>
                  <a:lnTo>
                    <a:pt x="266700" y="1600200"/>
                  </a:lnTo>
                  <a:lnTo>
                    <a:pt x="218760" y="1595903"/>
                  </a:lnTo>
                  <a:lnTo>
                    <a:pt x="173639" y="1583517"/>
                  </a:lnTo>
                  <a:lnTo>
                    <a:pt x="132091" y="1563793"/>
                  </a:lnTo>
                  <a:lnTo>
                    <a:pt x="94868" y="1537483"/>
                  </a:lnTo>
                  <a:lnTo>
                    <a:pt x="62724" y="1505341"/>
                  </a:lnTo>
                  <a:lnTo>
                    <a:pt x="36412" y="1468120"/>
                  </a:lnTo>
                  <a:lnTo>
                    <a:pt x="16685" y="1426570"/>
                  </a:lnTo>
                  <a:lnTo>
                    <a:pt x="4296" y="1381446"/>
                  </a:lnTo>
                  <a:lnTo>
                    <a:pt x="0" y="1333500"/>
                  </a:lnTo>
                  <a:lnTo>
                    <a:pt x="0" y="2667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915667"/>
              <a:ext cx="150583" cy="146748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60" y="1938527"/>
              <a:ext cx="64135" cy="1381125"/>
            </a:xfrm>
            <a:custGeom>
              <a:avLst/>
              <a:gdLst/>
              <a:ahLst/>
              <a:cxnLst/>
              <a:rect l="l" t="t" r="r" b="b"/>
              <a:pathLst>
                <a:path w="64134" h="1381125">
                  <a:moveTo>
                    <a:pt x="64007" y="0"/>
                  </a:moveTo>
                  <a:lnTo>
                    <a:pt x="0" y="0"/>
                  </a:lnTo>
                  <a:lnTo>
                    <a:pt x="0" y="1380744"/>
                  </a:lnTo>
                  <a:lnTo>
                    <a:pt x="64007" y="138074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8852" y="1986788"/>
            <a:ext cx="2691130" cy="760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r>
              <a:rPr sz="1500" b="1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F8FAF9"/>
                </a:solidFill>
                <a:latin typeface="Courier New"/>
                <a:cs typeface="Courier New"/>
              </a:rPr>
              <a:t>WITH</a:t>
            </a:r>
            <a:r>
              <a:rPr sz="15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F8FAF9"/>
                </a:solidFill>
                <a:latin typeface="Courier New"/>
                <a:cs typeface="Courier New"/>
              </a:rPr>
              <a:t>CONTEXT</a:t>
            </a:r>
            <a:endParaRPr sz="1500">
              <a:latin typeface="Courier New"/>
              <a:cs typeface="Courier New"/>
            </a:endParaRPr>
          </a:p>
          <a:p>
            <a:pPr marL="12700" marR="5080">
              <a:lnSpc>
                <a:spcPct val="104299"/>
              </a:lnSpc>
              <a:spcBef>
                <a:spcPts val="108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Location</a:t>
            </a:r>
            <a:r>
              <a:rPr sz="1150" spc="1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+</a:t>
            </a:r>
            <a:r>
              <a:rPr sz="1150" spc="1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50" spc="1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type</a:t>
            </a:r>
            <a:r>
              <a:rPr sz="1150" spc="1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solidFill>
                  <a:srgbClr val="BDEFDC"/>
                </a:solidFill>
                <a:latin typeface="Courier New"/>
                <a:cs typeface="Courier New"/>
              </a:rPr>
              <a:t>+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description</a:t>
            </a:r>
            <a:r>
              <a:rPr sz="1150" spc="2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+</a:t>
            </a:r>
            <a:r>
              <a:rPr sz="1150" spc="1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optional</a:t>
            </a:r>
            <a:r>
              <a:rPr sz="1150" spc="2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photo.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3108" y="1801367"/>
            <a:ext cx="3616325" cy="1696085"/>
            <a:chOff x="4293108" y="1801367"/>
            <a:chExt cx="3616325" cy="169608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3108" y="1801367"/>
              <a:ext cx="3616197" cy="16960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43400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3253740" y="0"/>
                  </a:moveTo>
                  <a:lnTo>
                    <a:pt x="266700" y="0"/>
                  </a:lnTo>
                  <a:lnTo>
                    <a:pt x="218753" y="4296"/>
                  </a:lnTo>
                  <a:lnTo>
                    <a:pt x="173629" y="16682"/>
                  </a:lnTo>
                  <a:lnTo>
                    <a:pt x="132079" y="36406"/>
                  </a:lnTo>
                  <a:lnTo>
                    <a:pt x="94858" y="62716"/>
                  </a:lnTo>
                  <a:lnTo>
                    <a:pt x="62716" y="94858"/>
                  </a:lnTo>
                  <a:lnTo>
                    <a:pt x="36406" y="132080"/>
                  </a:lnTo>
                  <a:lnTo>
                    <a:pt x="16682" y="173629"/>
                  </a:lnTo>
                  <a:lnTo>
                    <a:pt x="4296" y="218753"/>
                  </a:lnTo>
                  <a:lnTo>
                    <a:pt x="0" y="266700"/>
                  </a:lnTo>
                  <a:lnTo>
                    <a:pt x="0" y="1333500"/>
                  </a:lnTo>
                  <a:lnTo>
                    <a:pt x="4296" y="1381446"/>
                  </a:lnTo>
                  <a:lnTo>
                    <a:pt x="16682" y="1426570"/>
                  </a:lnTo>
                  <a:lnTo>
                    <a:pt x="36406" y="1468120"/>
                  </a:lnTo>
                  <a:lnTo>
                    <a:pt x="62716" y="1505341"/>
                  </a:lnTo>
                  <a:lnTo>
                    <a:pt x="94858" y="1537483"/>
                  </a:lnTo>
                  <a:lnTo>
                    <a:pt x="132080" y="1563793"/>
                  </a:lnTo>
                  <a:lnTo>
                    <a:pt x="173629" y="1583517"/>
                  </a:lnTo>
                  <a:lnTo>
                    <a:pt x="218753" y="1595903"/>
                  </a:lnTo>
                  <a:lnTo>
                    <a:pt x="266700" y="1600200"/>
                  </a:lnTo>
                  <a:lnTo>
                    <a:pt x="3253740" y="1600200"/>
                  </a:lnTo>
                  <a:lnTo>
                    <a:pt x="3301686" y="1595903"/>
                  </a:lnTo>
                  <a:lnTo>
                    <a:pt x="3346810" y="1583517"/>
                  </a:lnTo>
                  <a:lnTo>
                    <a:pt x="3388359" y="1563793"/>
                  </a:lnTo>
                  <a:lnTo>
                    <a:pt x="3425581" y="1537483"/>
                  </a:lnTo>
                  <a:lnTo>
                    <a:pt x="3457723" y="1505341"/>
                  </a:lnTo>
                  <a:lnTo>
                    <a:pt x="3484033" y="1468119"/>
                  </a:lnTo>
                  <a:lnTo>
                    <a:pt x="3503757" y="1426570"/>
                  </a:lnTo>
                  <a:lnTo>
                    <a:pt x="3516143" y="1381446"/>
                  </a:lnTo>
                  <a:lnTo>
                    <a:pt x="3520440" y="1333500"/>
                  </a:lnTo>
                  <a:lnTo>
                    <a:pt x="3520440" y="266700"/>
                  </a:lnTo>
                  <a:lnTo>
                    <a:pt x="3516143" y="218753"/>
                  </a:lnTo>
                  <a:lnTo>
                    <a:pt x="3503757" y="173629"/>
                  </a:lnTo>
                  <a:lnTo>
                    <a:pt x="3484033" y="132079"/>
                  </a:lnTo>
                  <a:lnTo>
                    <a:pt x="3457723" y="94858"/>
                  </a:lnTo>
                  <a:lnTo>
                    <a:pt x="3425581" y="62716"/>
                  </a:lnTo>
                  <a:lnTo>
                    <a:pt x="3388359" y="36406"/>
                  </a:lnTo>
                  <a:lnTo>
                    <a:pt x="3346810" y="16682"/>
                  </a:lnTo>
                  <a:lnTo>
                    <a:pt x="3301686" y="4296"/>
                  </a:lnTo>
                  <a:lnTo>
                    <a:pt x="325374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253740" y="0"/>
                  </a:lnTo>
                  <a:lnTo>
                    <a:pt x="3301686" y="4296"/>
                  </a:lnTo>
                  <a:lnTo>
                    <a:pt x="3346810" y="16682"/>
                  </a:lnTo>
                  <a:lnTo>
                    <a:pt x="3388359" y="36406"/>
                  </a:lnTo>
                  <a:lnTo>
                    <a:pt x="3425581" y="62716"/>
                  </a:lnTo>
                  <a:lnTo>
                    <a:pt x="3457723" y="94858"/>
                  </a:lnTo>
                  <a:lnTo>
                    <a:pt x="3484033" y="132079"/>
                  </a:lnTo>
                  <a:lnTo>
                    <a:pt x="3503757" y="173629"/>
                  </a:lnTo>
                  <a:lnTo>
                    <a:pt x="3516143" y="218753"/>
                  </a:lnTo>
                  <a:lnTo>
                    <a:pt x="3520440" y="266700"/>
                  </a:lnTo>
                  <a:lnTo>
                    <a:pt x="3520440" y="1333500"/>
                  </a:lnTo>
                  <a:lnTo>
                    <a:pt x="3516143" y="1381446"/>
                  </a:lnTo>
                  <a:lnTo>
                    <a:pt x="3503757" y="1426570"/>
                  </a:lnTo>
                  <a:lnTo>
                    <a:pt x="3484033" y="1468119"/>
                  </a:lnTo>
                  <a:lnTo>
                    <a:pt x="3457723" y="1505341"/>
                  </a:lnTo>
                  <a:lnTo>
                    <a:pt x="3425581" y="1537483"/>
                  </a:lnTo>
                  <a:lnTo>
                    <a:pt x="3388359" y="1563793"/>
                  </a:lnTo>
                  <a:lnTo>
                    <a:pt x="3346810" y="1583517"/>
                  </a:lnTo>
                  <a:lnTo>
                    <a:pt x="3301686" y="1595903"/>
                  </a:lnTo>
                  <a:lnTo>
                    <a:pt x="3253740" y="1600200"/>
                  </a:lnTo>
                  <a:lnTo>
                    <a:pt x="266700" y="1600200"/>
                  </a:lnTo>
                  <a:lnTo>
                    <a:pt x="218753" y="1595903"/>
                  </a:lnTo>
                  <a:lnTo>
                    <a:pt x="173629" y="1583517"/>
                  </a:lnTo>
                  <a:lnTo>
                    <a:pt x="132080" y="1563793"/>
                  </a:lnTo>
                  <a:lnTo>
                    <a:pt x="94858" y="1537483"/>
                  </a:lnTo>
                  <a:lnTo>
                    <a:pt x="62716" y="1505341"/>
                  </a:lnTo>
                  <a:lnTo>
                    <a:pt x="36406" y="1468120"/>
                  </a:lnTo>
                  <a:lnTo>
                    <a:pt x="16682" y="1426570"/>
                  </a:lnTo>
                  <a:lnTo>
                    <a:pt x="4296" y="1381446"/>
                  </a:lnTo>
                  <a:lnTo>
                    <a:pt x="0" y="1333500"/>
                  </a:lnTo>
                  <a:lnTo>
                    <a:pt x="0" y="2667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7680" y="1915667"/>
              <a:ext cx="150583" cy="146748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3400" y="1938527"/>
              <a:ext cx="64135" cy="1381125"/>
            </a:xfrm>
            <a:custGeom>
              <a:avLst/>
              <a:gdLst/>
              <a:ahLst/>
              <a:cxnLst/>
              <a:rect l="l" t="t" r="r" b="b"/>
              <a:pathLst>
                <a:path w="64135" h="1381125">
                  <a:moveTo>
                    <a:pt x="64008" y="0"/>
                  </a:moveTo>
                  <a:lnTo>
                    <a:pt x="0" y="0"/>
                  </a:lnTo>
                  <a:lnTo>
                    <a:pt x="0" y="1380744"/>
                  </a:lnTo>
                  <a:lnTo>
                    <a:pt x="64008" y="1380744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79365" y="1986788"/>
            <a:ext cx="3056255" cy="5772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F8FAF9"/>
                </a:solidFill>
                <a:latin typeface="Courier New"/>
                <a:cs typeface="Courier New"/>
              </a:rPr>
              <a:t>TRACK</a:t>
            </a:r>
            <a:r>
              <a:rPr sz="15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Pending</a:t>
            </a:r>
            <a:r>
              <a:rPr sz="1150" spc="1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50" spc="1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In</a:t>
            </a:r>
            <a:r>
              <a:rPr sz="1150" spc="1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Progress</a:t>
            </a:r>
            <a:r>
              <a:rPr sz="1150" spc="1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50" spc="1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Resolved.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147" y="1801367"/>
            <a:ext cx="3616325" cy="1696085"/>
            <a:chOff x="8042147" y="1801367"/>
            <a:chExt cx="3616325" cy="169608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2147" y="1801367"/>
              <a:ext cx="3616198" cy="169608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092439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3253739" y="0"/>
                  </a:moveTo>
                  <a:lnTo>
                    <a:pt x="266700" y="0"/>
                  </a:lnTo>
                  <a:lnTo>
                    <a:pt x="218753" y="4296"/>
                  </a:lnTo>
                  <a:lnTo>
                    <a:pt x="173629" y="16682"/>
                  </a:lnTo>
                  <a:lnTo>
                    <a:pt x="132079" y="36406"/>
                  </a:lnTo>
                  <a:lnTo>
                    <a:pt x="94858" y="62716"/>
                  </a:lnTo>
                  <a:lnTo>
                    <a:pt x="62716" y="94858"/>
                  </a:lnTo>
                  <a:lnTo>
                    <a:pt x="36406" y="132080"/>
                  </a:lnTo>
                  <a:lnTo>
                    <a:pt x="16682" y="173629"/>
                  </a:lnTo>
                  <a:lnTo>
                    <a:pt x="4296" y="218753"/>
                  </a:lnTo>
                  <a:lnTo>
                    <a:pt x="0" y="266700"/>
                  </a:lnTo>
                  <a:lnTo>
                    <a:pt x="0" y="1333500"/>
                  </a:lnTo>
                  <a:lnTo>
                    <a:pt x="4296" y="1381446"/>
                  </a:lnTo>
                  <a:lnTo>
                    <a:pt x="16682" y="1426570"/>
                  </a:lnTo>
                  <a:lnTo>
                    <a:pt x="36406" y="1468120"/>
                  </a:lnTo>
                  <a:lnTo>
                    <a:pt x="62716" y="1505341"/>
                  </a:lnTo>
                  <a:lnTo>
                    <a:pt x="94858" y="1537483"/>
                  </a:lnTo>
                  <a:lnTo>
                    <a:pt x="132079" y="1563793"/>
                  </a:lnTo>
                  <a:lnTo>
                    <a:pt x="173629" y="1583517"/>
                  </a:lnTo>
                  <a:lnTo>
                    <a:pt x="218753" y="1595903"/>
                  </a:lnTo>
                  <a:lnTo>
                    <a:pt x="266700" y="1600200"/>
                  </a:lnTo>
                  <a:lnTo>
                    <a:pt x="3253739" y="1600200"/>
                  </a:lnTo>
                  <a:lnTo>
                    <a:pt x="3301686" y="1595903"/>
                  </a:lnTo>
                  <a:lnTo>
                    <a:pt x="3346810" y="1583517"/>
                  </a:lnTo>
                  <a:lnTo>
                    <a:pt x="3388360" y="1563793"/>
                  </a:lnTo>
                  <a:lnTo>
                    <a:pt x="3425581" y="1537483"/>
                  </a:lnTo>
                  <a:lnTo>
                    <a:pt x="3457723" y="1505341"/>
                  </a:lnTo>
                  <a:lnTo>
                    <a:pt x="3484033" y="1468119"/>
                  </a:lnTo>
                  <a:lnTo>
                    <a:pt x="3503757" y="1426570"/>
                  </a:lnTo>
                  <a:lnTo>
                    <a:pt x="3516143" y="1381446"/>
                  </a:lnTo>
                  <a:lnTo>
                    <a:pt x="3520439" y="1333500"/>
                  </a:lnTo>
                  <a:lnTo>
                    <a:pt x="3520439" y="266700"/>
                  </a:lnTo>
                  <a:lnTo>
                    <a:pt x="3516143" y="218753"/>
                  </a:lnTo>
                  <a:lnTo>
                    <a:pt x="3503757" y="173629"/>
                  </a:lnTo>
                  <a:lnTo>
                    <a:pt x="3484033" y="132079"/>
                  </a:lnTo>
                  <a:lnTo>
                    <a:pt x="3457723" y="94858"/>
                  </a:lnTo>
                  <a:lnTo>
                    <a:pt x="3425581" y="62716"/>
                  </a:lnTo>
                  <a:lnTo>
                    <a:pt x="3388359" y="36406"/>
                  </a:lnTo>
                  <a:lnTo>
                    <a:pt x="3346810" y="16682"/>
                  </a:lnTo>
                  <a:lnTo>
                    <a:pt x="3301686" y="4296"/>
                  </a:lnTo>
                  <a:lnTo>
                    <a:pt x="325373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092439" y="1828799"/>
              <a:ext cx="3520440" cy="1600200"/>
            </a:xfrm>
            <a:custGeom>
              <a:avLst/>
              <a:gdLst/>
              <a:ahLst/>
              <a:cxnLst/>
              <a:rect l="l" t="t" r="r" b="b"/>
              <a:pathLst>
                <a:path w="3520440" h="1600200">
                  <a:moveTo>
                    <a:pt x="0" y="266700"/>
                  </a:moveTo>
                  <a:lnTo>
                    <a:pt x="4296" y="218753"/>
                  </a:lnTo>
                  <a:lnTo>
                    <a:pt x="16682" y="173629"/>
                  </a:lnTo>
                  <a:lnTo>
                    <a:pt x="36406" y="132080"/>
                  </a:lnTo>
                  <a:lnTo>
                    <a:pt x="62716" y="94858"/>
                  </a:lnTo>
                  <a:lnTo>
                    <a:pt x="94858" y="62716"/>
                  </a:lnTo>
                  <a:lnTo>
                    <a:pt x="132079" y="36406"/>
                  </a:lnTo>
                  <a:lnTo>
                    <a:pt x="173629" y="16682"/>
                  </a:lnTo>
                  <a:lnTo>
                    <a:pt x="218753" y="4296"/>
                  </a:lnTo>
                  <a:lnTo>
                    <a:pt x="266700" y="0"/>
                  </a:lnTo>
                  <a:lnTo>
                    <a:pt x="3253739" y="0"/>
                  </a:lnTo>
                  <a:lnTo>
                    <a:pt x="3301686" y="4296"/>
                  </a:lnTo>
                  <a:lnTo>
                    <a:pt x="3346810" y="16682"/>
                  </a:lnTo>
                  <a:lnTo>
                    <a:pt x="3388359" y="36406"/>
                  </a:lnTo>
                  <a:lnTo>
                    <a:pt x="3425581" y="62716"/>
                  </a:lnTo>
                  <a:lnTo>
                    <a:pt x="3457723" y="94858"/>
                  </a:lnTo>
                  <a:lnTo>
                    <a:pt x="3484033" y="132079"/>
                  </a:lnTo>
                  <a:lnTo>
                    <a:pt x="3503757" y="173629"/>
                  </a:lnTo>
                  <a:lnTo>
                    <a:pt x="3516143" y="218753"/>
                  </a:lnTo>
                  <a:lnTo>
                    <a:pt x="3520439" y="266700"/>
                  </a:lnTo>
                  <a:lnTo>
                    <a:pt x="3520439" y="1333500"/>
                  </a:lnTo>
                  <a:lnTo>
                    <a:pt x="3516143" y="1381446"/>
                  </a:lnTo>
                  <a:lnTo>
                    <a:pt x="3503757" y="1426570"/>
                  </a:lnTo>
                  <a:lnTo>
                    <a:pt x="3484033" y="1468119"/>
                  </a:lnTo>
                  <a:lnTo>
                    <a:pt x="3457723" y="1505341"/>
                  </a:lnTo>
                  <a:lnTo>
                    <a:pt x="3425581" y="1537483"/>
                  </a:lnTo>
                  <a:lnTo>
                    <a:pt x="3388360" y="1563793"/>
                  </a:lnTo>
                  <a:lnTo>
                    <a:pt x="3346810" y="1583517"/>
                  </a:lnTo>
                  <a:lnTo>
                    <a:pt x="3301686" y="1595903"/>
                  </a:lnTo>
                  <a:lnTo>
                    <a:pt x="3253739" y="1600200"/>
                  </a:lnTo>
                  <a:lnTo>
                    <a:pt x="266700" y="1600200"/>
                  </a:lnTo>
                  <a:lnTo>
                    <a:pt x="218753" y="1595903"/>
                  </a:lnTo>
                  <a:lnTo>
                    <a:pt x="173629" y="1583517"/>
                  </a:lnTo>
                  <a:lnTo>
                    <a:pt x="132079" y="1563793"/>
                  </a:lnTo>
                  <a:lnTo>
                    <a:pt x="94858" y="1537483"/>
                  </a:lnTo>
                  <a:lnTo>
                    <a:pt x="62716" y="1505341"/>
                  </a:lnTo>
                  <a:lnTo>
                    <a:pt x="36406" y="1468120"/>
                  </a:lnTo>
                  <a:lnTo>
                    <a:pt x="16682" y="1426570"/>
                  </a:lnTo>
                  <a:lnTo>
                    <a:pt x="4296" y="1381446"/>
                  </a:lnTo>
                  <a:lnTo>
                    <a:pt x="0" y="1333500"/>
                  </a:lnTo>
                  <a:lnTo>
                    <a:pt x="0" y="26670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19" y="1915667"/>
              <a:ext cx="150583" cy="146748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8092439" y="1938527"/>
              <a:ext cx="64135" cy="1381125"/>
            </a:xfrm>
            <a:custGeom>
              <a:avLst/>
              <a:gdLst/>
              <a:ahLst/>
              <a:cxnLst/>
              <a:rect l="l" t="t" r="r" b="b"/>
              <a:pathLst>
                <a:path w="64134" h="1381125">
                  <a:moveTo>
                    <a:pt x="64007" y="0"/>
                  </a:moveTo>
                  <a:lnTo>
                    <a:pt x="0" y="0"/>
                  </a:lnTo>
                  <a:lnTo>
                    <a:pt x="0" y="1380744"/>
                  </a:lnTo>
                  <a:lnTo>
                    <a:pt x="64007" y="138074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329676" y="1986788"/>
            <a:ext cx="2782570" cy="760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5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F8FAF9"/>
                </a:solidFill>
                <a:latin typeface="Courier New"/>
                <a:cs typeface="Courier New"/>
              </a:rPr>
              <a:t>CONTROL</a:t>
            </a:r>
            <a:endParaRPr sz="1500">
              <a:latin typeface="Courier New"/>
              <a:cs typeface="Courier New"/>
            </a:endParaRPr>
          </a:p>
          <a:p>
            <a:pPr marL="12700" marR="5080">
              <a:lnSpc>
                <a:spcPct val="104299"/>
              </a:lnSpc>
              <a:spcBef>
                <a:spcPts val="108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</a:t>
            </a:r>
            <a:r>
              <a:rPr sz="1150" spc="1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dashboard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to</a:t>
            </a:r>
            <a:r>
              <a:rPr sz="1150" spc="1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review,</a:t>
            </a:r>
            <a:r>
              <a:rPr sz="1150" spc="1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filter,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1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update</a:t>
            </a:r>
            <a:r>
              <a:rPr sz="1150" spc="1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reports.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9124" y="3903726"/>
            <a:ext cx="21012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WHAT</a:t>
            </a:r>
            <a:r>
              <a:rPr sz="1300" b="1" spc="-2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MAKES</a:t>
            </a:r>
            <a:r>
              <a:rPr sz="1300" b="1" spc="-60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IT</a:t>
            </a:r>
            <a:r>
              <a:rPr sz="1300" b="1" spc="-20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USEFUL?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6556" y="4199991"/>
            <a:ext cx="5720080" cy="93154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795"/>
              </a:spcBef>
              <a:buClr>
                <a:srgbClr val="C5E85E"/>
              </a:buClr>
              <a:buFont typeface="Calibri"/>
              <a:buChar char="•"/>
              <a:tabLst>
                <a:tab pos="179705" algn="l"/>
              </a:tabLst>
            </a:pP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Structured</a:t>
            </a:r>
            <a:r>
              <a:rPr sz="14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reports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instead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of</a:t>
            </a:r>
            <a:r>
              <a:rPr sz="1400" spc="-8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scattered</a:t>
            </a:r>
            <a:r>
              <a:rPr sz="1400" spc="-4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AF9"/>
                </a:solidFill>
                <a:latin typeface="Courier New"/>
                <a:cs typeface="Courier New"/>
              </a:rPr>
              <a:t>messages.</a:t>
            </a:r>
            <a:endParaRPr sz="1400">
              <a:latin typeface="Courier New"/>
              <a:cs typeface="Courier New"/>
            </a:endParaRPr>
          </a:p>
          <a:p>
            <a:pPr marL="179705" indent="-167005">
              <a:lnSpc>
                <a:spcPct val="100000"/>
              </a:lnSpc>
              <a:spcBef>
                <a:spcPts val="700"/>
              </a:spcBef>
              <a:buClr>
                <a:srgbClr val="C5E85E"/>
              </a:buClr>
              <a:buFont typeface="Calibri"/>
              <a:buChar char="•"/>
              <a:tabLst>
                <a:tab pos="179705" algn="l"/>
              </a:tabLst>
            </a:pP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Photo</a:t>
            </a:r>
            <a:r>
              <a:rPr sz="14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location</a:t>
            </a:r>
            <a:r>
              <a:rPr sz="1400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context</a:t>
            </a:r>
            <a:r>
              <a:rPr sz="1400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to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help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review</a:t>
            </a:r>
            <a:r>
              <a:rPr sz="1400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the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AF9"/>
                </a:solidFill>
                <a:latin typeface="Courier New"/>
                <a:cs typeface="Courier New"/>
              </a:rPr>
              <a:t>issue.</a:t>
            </a:r>
            <a:endParaRPr sz="1400">
              <a:latin typeface="Courier New"/>
              <a:cs typeface="Courier New"/>
            </a:endParaRPr>
          </a:p>
          <a:p>
            <a:pPr marL="180340" indent="-167640">
              <a:lnSpc>
                <a:spcPct val="100000"/>
              </a:lnSpc>
              <a:spcBef>
                <a:spcPts val="695"/>
              </a:spcBef>
              <a:buClr>
                <a:srgbClr val="C5E85E"/>
              </a:buClr>
              <a:buFont typeface="Calibri"/>
              <a:buChar char="•"/>
              <a:tabLst>
                <a:tab pos="180340" algn="l"/>
              </a:tabLst>
            </a:pP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r>
              <a:rPr sz="1400" spc="-8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visibility</a:t>
            </a:r>
            <a:r>
              <a:rPr sz="14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400" spc="-114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F8FAF9"/>
                </a:solidFill>
                <a:latin typeface="Courier New"/>
                <a:cs typeface="Courier New"/>
              </a:rPr>
              <a:t>searchable</a:t>
            </a:r>
            <a:r>
              <a:rPr sz="14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spc="-10" dirty="0">
                <a:solidFill>
                  <a:srgbClr val="F8FAF9"/>
                </a:solidFill>
                <a:latin typeface="Courier New"/>
                <a:cs typeface="Courier New"/>
              </a:rPr>
              <a:t>records.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84947" y="4041597"/>
            <a:ext cx="3753485" cy="1650364"/>
            <a:chOff x="7584947" y="4041597"/>
            <a:chExt cx="3753485" cy="1650364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4947" y="4041597"/>
              <a:ext cx="3753484" cy="1650364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635239" y="4069079"/>
              <a:ext cx="3657600" cy="1554480"/>
            </a:xfrm>
            <a:custGeom>
              <a:avLst/>
              <a:gdLst/>
              <a:ahLst/>
              <a:cxnLst/>
              <a:rect l="l" t="t" r="r" b="b"/>
              <a:pathLst>
                <a:path w="3657600" h="1554479">
                  <a:moveTo>
                    <a:pt x="3398519" y="0"/>
                  </a:moveTo>
                  <a:lnTo>
                    <a:pt x="259079" y="0"/>
                  </a:lnTo>
                  <a:lnTo>
                    <a:pt x="212498" y="4172"/>
                  </a:lnTo>
                  <a:lnTo>
                    <a:pt x="168661" y="16203"/>
                  </a:lnTo>
                  <a:lnTo>
                    <a:pt x="128298" y="35362"/>
                  </a:lnTo>
                  <a:lnTo>
                    <a:pt x="92140" y="60918"/>
                  </a:lnTo>
                  <a:lnTo>
                    <a:pt x="60918" y="92140"/>
                  </a:lnTo>
                  <a:lnTo>
                    <a:pt x="35362" y="128298"/>
                  </a:lnTo>
                  <a:lnTo>
                    <a:pt x="16203" y="168661"/>
                  </a:lnTo>
                  <a:lnTo>
                    <a:pt x="4172" y="212498"/>
                  </a:lnTo>
                  <a:lnTo>
                    <a:pt x="0" y="259080"/>
                  </a:lnTo>
                  <a:lnTo>
                    <a:pt x="0" y="1295400"/>
                  </a:lnTo>
                  <a:lnTo>
                    <a:pt x="4172" y="1341981"/>
                  </a:lnTo>
                  <a:lnTo>
                    <a:pt x="16203" y="1385818"/>
                  </a:lnTo>
                  <a:lnTo>
                    <a:pt x="35362" y="1426181"/>
                  </a:lnTo>
                  <a:lnTo>
                    <a:pt x="60918" y="1462339"/>
                  </a:lnTo>
                  <a:lnTo>
                    <a:pt x="92140" y="1493561"/>
                  </a:lnTo>
                  <a:lnTo>
                    <a:pt x="128298" y="1519117"/>
                  </a:lnTo>
                  <a:lnTo>
                    <a:pt x="168661" y="1538276"/>
                  </a:lnTo>
                  <a:lnTo>
                    <a:pt x="212498" y="1550307"/>
                  </a:lnTo>
                  <a:lnTo>
                    <a:pt x="259079" y="1554480"/>
                  </a:lnTo>
                  <a:lnTo>
                    <a:pt x="3398519" y="1554480"/>
                  </a:lnTo>
                  <a:lnTo>
                    <a:pt x="3445101" y="1550307"/>
                  </a:lnTo>
                  <a:lnTo>
                    <a:pt x="3488938" y="1538276"/>
                  </a:lnTo>
                  <a:lnTo>
                    <a:pt x="3529301" y="1519117"/>
                  </a:lnTo>
                  <a:lnTo>
                    <a:pt x="3565459" y="1493561"/>
                  </a:lnTo>
                  <a:lnTo>
                    <a:pt x="3596681" y="1462339"/>
                  </a:lnTo>
                  <a:lnTo>
                    <a:pt x="3622237" y="1426181"/>
                  </a:lnTo>
                  <a:lnTo>
                    <a:pt x="3641396" y="1385818"/>
                  </a:lnTo>
                  <a:lnTo>
                    <a:pt x="3653427" y="1341981"/>
                  </a:lnTo>
                  <a:lnTo>
                    <a:pt x="3657600" y="1295400"/>
                  </a:lnTo>
                  <a:lnTo>
                    <a:pt x="3657600" y="259080"/>
                  </a:lnTo>
                  <a:lnTo>
                    <a:pt x="3653427" y="212498"/>
                  </a:lnTo>
                  <a:lnTo>
                    <a:pt x="3641396" y="168661"/>
                  </a:lnTo>
                  <a:lnTo>
                    <a:pt x="3622237" y="128298"/>
                  </a:lnTo>
                  <a:lnTo>
                    <a:pt x="3596681" y="92140"/>
                  </a:lnTo>
                  <a:lnTo>
                    <a:pt x="3565459" y="60918"/>
                  </a:lnTo>
                  <a:lnTo>
                    <a:pt x="3529301" y="35362"/>
                  </a:lnTo>
                  <a:lnTo>
                    <a:pt x="3488938" y="16203"/>
                  </a:lnTo>
                  <a:lnTo>
                    <a:pt x="3445101" y="4172"/>
                  </a:lnTo>
                  <a:lnTo>
                    <a:pt x="33985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35239" y="4069079"/>
              <a:ext cx="3657600" cy="1554480"/>
            </a:xfrm>
            <a:custGeom>
              <a:avLst/>
              <a:gdLst/>
              <a:ahLst/>
              <a:cxnLst/>
              <a:rect l="l" t="t" r="r" b="b"/>
              <a:pathLst>
                <a:path w="3657600" h="1554479">
                  <a:moveTo>
                    <a:pt x="0" y="259080"/>
                  </a:moveTo>
                  <a:lnTo>
                    <a:pt x="4172" y="212498"/>
                  </a:lnTo>
                  <a:lnTo>
                    <a:pt x="16203" y="168661"/>
                  </a:lnTo>
                  <a:lnTo>
                    <a:pt x="35362" y="128298"/>
                  </a:lnTo>
                  <a:lnTo>
                    <a:pt x="60918" y="92140"/>
                  </a:lnTo>
                  <a:lnTo>
                    <a:pt x="92140" y="60918"/>
                  </a:lnTo>
                  <a:lnTo>
                    <a:pt x="128298" y="35362"/>
                  </a:lnTo>
                  <a:lnTo>
                    <a:pt x="168661" y="16203"/>
                  </a:lnTo>
                  <a:lnTo>
                    <a:pt x="212498" y="4172"/>
                  </a:lnTo>
                  <a:lnTo>
                    <a:pt x="259079" y="0"/>
                  </a:lnTo>
                  <a:lnTo>
                    <a:pt x="3398519" y="0"/>
                  </a:lnTo>
                  <a:lnTo>
                    <a:pt x="3445101" y="4172"/>
                  </a:lnTo>
                  <a:lnTo>
                    <a:pt x="3488938" y="16203"/>
                  </a:lnTo>
                  <a:lnTo>
                    <a:pt x="3529301" y="35362"/>
                  </a:lnTo>
                  <a:lnTo>
                    <a:pt x="3565459" y="60918"/>
                  </a:lnTo>
                  <a:lnTo>
                    <a:pt x="3596681" y="92140"/>
                  </a:lnTo>
                  <a:lnTo>
                    <a:pt x="3622237" y="128298"/>
                  </a:lnTo>
                  <a:lnTo>
                    <a:pt x="3641396" y="168661"/>
                  </a:lnTo>
                  <a:lnTo>
                    <a:pt x="3653427" y="212498"/>
                  </a:lnTo>
                  <a:lnTo>
                    <a:pt x="3657600" y="259080"/>
                  </a:lnTo>
                  <a:lnTo>
                    <a:pt x="3657600" y="1295400"/>
                  </a:lnTo>
                  <a:lnTo>
                    <a:pt x="3653427" y="1341981"/>
                  </a:lnTo>
                  <a:lnTo>
                    <a:pt x="3641396" y="1385818"/>
                  </a:lnTo>
                  <a:lnTo>
                    <a:pt x="3622237" y="1426181"/>
                  </a:lnTo>
                  <a:lnTo>
                    <a:pt x="3596681" y="1462339"/>
                  </a:lnTo>
                  <a:lnTo>
                    <a:pt x="3565459" y="1493561"/>
                  </a:lnTo>
                  <a:lnTo>
                    <a:pt x="3529301" y="1519117"/>
                  </a:lnTo>
                  <a:lnTo>
                    <a:pt x="3488938" y="1538276"/>
                  </a:lnTo>
                  <a:lnTo>
                    <a:pt x="3445101" y="1550307"/>
                  </a:lnTo>
                  <a:lnTo>
                    <a:pt x="3398519" y="1554480"/>
                  </a:lnTo>
                  <a:lnTo>
                    <a:pt x="259079" y="1554480"/>
                  </a:lnTo>
                  <a:lnTo>
                    <a:pt x="212498" y="1550307"/>
                  </a:lnTo>
                  <a:lnTo>
                    <a:pt x="168661" y="1538276"/>
                  </a:lnTo>
                  <a:lnTo>
                    <a:pt x="128298" y="1519117"/>
                  </a:lnTo>
                  <a:lnTo>
                    <a:pt x="92140" y="1493561"/>
                  </a:lnTo>
                  <a:lnTo>
                    <a:pt x="60918" y="1462339"/>
                  </a:lnTo>
                  <a:lnTo>
                    <a:pt x="35362" y="1426181"/>
                  </a:lnTo>
                  <a:lnTo>
                    <a:pt x="16203" y="1385818"/>
                  </a:lnTo>
                  <a:lnTo>
                    <a:pt x="4172" y="1341981"/>
                  </a:lnTo>
                  <a:lnTo>
                    <a:pt x="0" y="1295400"/>
                  </a:lnTo>
                  <a:lnTo>
                    <a:pt x="0" y="25908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89519" y="4155947"/>
              <a:ext cx="150583" cy="142176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635239" y="4178807"/>
              <a:ext cx="64135" cy="1335405"/>
            </a:xfrm>
            <a:custGeom>
              <a:avLst/>
              <a:gdLst/>
              <a:ahLst/>
              <a:cxnLst/>
              <a:rect l="l" t="t" r="r" b="b"/>
              <a:pathLst>
                <a:path w="64134" h="1335404">
                  <a:moveTo>
                    <a:pt x="64007" y="0"/>
                  </a:moveTo>
                  <a:lnTo>
                    <a:pt x="0" y="0"/>
                  </a:lnTo>
                  <a:lnTo>
                    <a:pt x="0" y="1335024"/>
                  </a:lnTo>
                  <a:lnTo>
                    <a:pt x="64007" y="133502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872476" y="4228591"/>
            <a:ext cx="24688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CORE</a:t>
            </a:r>
            <a:r>
              <a:rPr sz="14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20" dirty="0">
                <a:solidFill>
                  <a:srgbClr val="F8FAF9"/>
                </a:solidFill>
                <a:latin typeface="Courier New"/>
                <a:cs typeface="Courier New"/>
              </a:rPr>
              <a:t>IDEA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03600"/>
              </a:lnSpc>
              <a:spcBef>
                <a:spcPts val="1170"/>
              </a:spcBef>
            </a:pP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A</a:t>
            </a:r>
            <a:r>
              <a:rPr sz="1550" spc="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traceable</a:t>
            </a:r>
            <a:r>
              <a:rPr sz="1550" spc="2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spc="-10" dirty="0">
                <a:solidFill>
                  <a:srgbClr val="BDEFDC"/>
                </a:solidFill>
                <a:latin typeface="Courier New"/>
                <a:cs typeface="Courier New"/>
              </a:rPr>
              <a:t>report </a:t>
            </a: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lifecycle—not</a:t>
            </a:r>
            <a:r>
              <a:rPr sz="1550" spc="2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just</a:t>
            </a:r>
            <a:r>
              <a:rPr sz="1550" spc="2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spc="-50" dirty="0">
                <a:solidFill>
                  <a:srgbClr val="BDEFDC"/>
                </a:solidFill>
                <a:latin typeface="Courier New"/>
                <a:cs typeface="Courier New"/>
              </a:rPr>
              <a:t>a </a:t>
            </a:r>
            <a:r>
              <a:rPr sz="1550" dirty="0">
                <a:solidFill>
                  <a:srgbClr val="BDEFDC"/>
                </a:solidFill>
                <a:latin typeface="Courier New"/>
                <a:cs typeface="Courier New"/>
              </a:rPr>
              <a:t>complaint</a:t>
            </a:r>
            <a:r>
              <a:rPr sz="1550" spc="2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550" spc="-10" dirty="0">
                <a:solidFill>
                  <a:srgbClr val="BDEFDC"/>
                </a:solidFill>
                <a:latin typeface="Courier New"/>
                <a:cs typeface="Courier New"/>
              </a:rPr>
              <a:t>form.</a:t>
            </a:r>
            <a:endParaRPr sz="15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6911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HOW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IT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WORKS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04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From</a:t>
            </a:r>
            <a:r>
              <a:rPr spc="-5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30" dirty="0"/>
              <a:t>street-</a:t>
            </a:r>
            <a:r>
              <a:rPr dirty="0"/>
              <a:t>level</a:t>
            </a:r>
            <a:r>
              <a:rPr spc="-20" dirty="0"/>
              <a:t> </a:t>
            </a:r>
            <a:r>
              <a:rPr dirty="0"/>
              <a:t>problem</a:t>
            </a:r>
            <a:r>
              <a:rPr spc="-4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trackable</a:t>
            </a:r>
            <a:r>
              <a:rPr spc="-50" dirty="0"/>
              <a:t> </a:t>
            </a:r>
            <a:r>
              <a:rPr spc="-10" dirty="0"/>
              <a:t>record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628142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Simple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workflow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for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1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user</a:t>
            </a:r>
            <a:r>
              <a:rPr sz="1150" spc="2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1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waste-management</a:t>
            </a:r>
            <a:r>
              <a:rPr sz="1150" spc="30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administrator.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078991" y="1943049"/>
            <a:ext cx="654050" cy="654050"/>
            <a:chOff x="1078991" y="1943049"/>
            <a:chExt cx="654050" cy="6540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8991" y="1943049"/>
              <a:ext cx="653592" cy="6535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4711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5" h="567055">
                  <a:moveTo>
                    <a:pt x="283463" y="0"/>
                  </a:moveTo>
                  <a:lnTo>
                    <a:pt x="237484" y="3709"/>
                  </a:lnTo>
                  <a:lnTo>
                    <a:pt x="193867" y="14447"/>
                  </a:lnTo>
                  <a:lnTo>
                    <a:pt x="153195" y="31632"/>
                  </a:lnTo>
                  <a:lnTo>
                    <a:pt x="116053" y="54681"/>
                  </a:lnTo>
                  <a:lnTo>
                    <a:pt x="83024" y="83010"/>
                  </a:lnTo>
                  <a:lnTo>
                    <a:pt x="54692" y="116037"/>
                  </a:lnTo>
                  <a:lnTo>
                    <a:pt x="31639" y="153179"/>
                  </a:lnTo>
                  <a:lnTo>
                    <a:pt x="14451" y="193852"/>
                  </a:lnTo>
                  <a:lnTo>
                    <a:pt x="3710" y="237475"/>
                  </a:lnTo>
                  <a:lnTo>
                    <a:pt x="0" y="283463"/>
                  </a:lnTo>
                  <a:lnTo>
                    <a:pt x="3710" y="329452"/>
                  </a:lnTo>
                  <a:lnTo>
                    <a:pt x="14451" y="373075"/>
                  </a:lnTo>
                  <a:lnTo>
                    <a:pt x="31639" y="413748"/>
                  </a:lnTo>
                  <a:lnTo>
                    <a:pt x="54692" y="450890"/>
                  </a:lnTo>
                  <a:lnTo>
                    <a:pt x="83024" y="483917"/>
                  </a:lnTo>
                  <a:lnTo>
                    <a:pt x="116053" y="512246"/>
                  </a:lnTo>
                  <a:lnTo>
                    <a:pt x="153195" y="535295"/>
                  </a:lnTo>
                  <a:lnTo>
                    <a:pt x="193867" y="552480"/>
                  </a:lnTo>
                  <a:lnTo>
                    <a:pt x="237484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36928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1</a:t>
            </a:r>
            <a:endParaRPr sz="155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10511" y="1943049"/>
            <a:ext cx="2254250" cy="654050"/>
            <a:chOff x="1810511" y="1943049"/>
            <a:chExt cx="2254250" cy="6540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0511" y="2208276"/>
              <a:ext cx="1609089" cy="1139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56231" y="2249424"/>
              <a:ext cx="1508760" cy="0"/>
            </a:xfrm>
            <a:custGeom>
              <a:avLst/>
              <a:gdLst/>
              <a:ahLst/>
              <a:cxnLst/>
              <a:rect l="l" t="t" r="r" b="b"/>
              <a:pathLst>
                <a:path w="1508760">
                  <a:moveTo>
                    <a:pt x="0" y="0"/>
                  </a:moveTo>
                  <a:lnTo>
                    <a:pt x="1508759" y="0"/>
                  </a:lnTo>
                </a:path>
              </a:pathLst>
            </a:custGeom>
            <a:ln w="27432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0711" y="1943049"/>
              <a:ext cx="653592" cy="65359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56432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463" y="0"/>
                  </a:moveTo>
                  <a:lnTo>
                    <a:pt x="237475" y="3709"/>
                  </a:lnTo>
                  <a:lnTo>
                    <a:pt x="193852" y="14447"/>
                  </a:lnTo>
                  <a:lnTo>
                    <a:pt x="153179" y="31632"/>
                  </a:lnTo>
                  <a:lnTo>
                    <a:pt x="116037" y="54681"/>
                  </a:lnTo>
                  <a:lnTo>
                    <a:pt x="83010" y="83010"/>
                  </a:lnTo>
                  <a:lnTo>
                    <a:pt x="54681" y="116037"/>
                  </a:lnTo>
                  <a:lnTo>
                    <a:pt x="31632" y="153179"/>
                  </a:lnTo>
                  <a:lnTo>
                    <a:pt x="14447" y="193852"/>
                  </a:lnTo>
                  <a:lnTo>
                    <a:pt x="3709" y="237475"/>
                  </a:lnTo>
                  <a:lnTo>
                    <a:pt x="0" y="283463"/>
                  </a:lnTo>
                  <a:lnTo>
                    <a:pt x="3709" y="329452"/>
                  </a:lnTo>
                  <a:lnTo>
                    <a:pt x="14447" y="373075"/>
                  </a:lnTo>
                  <a:lnTo>
                    <a:pt x="31632" y="413748"/>
                  </a:lnTo>
                  <a:lnTo>
                    <a:pt x="54681" y="450890"/>
                  </a:lnTo>
                  <a:lnTo>
                    <a:pt x="83010" y="483917"/>
                  </a:lnTo>
                  <a:lnTo>
                    <a:pt x="116037" y="512246"/>
                  </a:lnTo>
                  <a:lnTo>
                    <a:pt x="153179" y="535295"/>
                  </a:lnTo>
                  <a:lnTo>
                    <a:pt x="193852" y="552480"/>
                  </a:lnTo>
                  <a:lnTo>
                    <a:pt x="237475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669538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2</a:t>
            </a:r>
            <a:endParaRPr sz="155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42232" y="1943049"/>
            <a:ext cx="2254250" cy="654050"/>
            <a:chOff x="4142232" y="1943049"/>
            <a:chExt cx="2254250" cy="65405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42232" y="2208276"/>
              <a:ext cx="1609089" cy="11391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187952" y="2249424"/>
              <a:ext cx="1508760" cy="0"/>
            </a:xfrm>
            <a:custGeom>
              <a:avLst/>
              <a:gdLst/>
              <a:ahLst/>
              <a:cxnLst/>
              <a:rect l="l" t="t" r="r" b="b"/>
              <a:pathLst>
                <a:path w="1508760">
                  <a:moveTo>
                    <a:pt x="0" y="0"/>
                  </a:moveTo>
                  <a:lnTo>
                    <a:pt x="1508760" y="0"/>
                  </a:lnTo>
                </a:path>
              </a:pathLst>
            </a:custGeom>
            <a:ln w="27432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42432" y="1943049"/>
              <a:ext cx="653592" cy="65359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788152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463" y="0"/>
                  </a:moveTo>
                  <a:lnTo>
                    <a:pt x="237475" y="3709"/>
                  </a:lnTo>
                  <a:lnTo>
                    <a:pt x="193852" y="14447"/>
                  </a:lnTo>
                  <a:lnTo>
                    <a:pt x="153179" y="31632"/>
                  </a:lnTo>
                  <a:lnTo>
                    <a:pt x="116037" y="54681"/>
                  </a:lnTo>
                  <a:lnTo>
                    <a:pt x="83010" y="83010"/>
                  </a:lnTo>
                  <a:lnTo>
                    <a:pt x="54681" y="116037"/>
                  </a:lnTo>
                  <a:lnTo>
                    <a:pt x="31632" y="153179"/>
                  </a:lnTo>
                  <a:lnTo>
                    <a:pt x="14447" y="193852"/>
                  </a:lnTo>
                  <a:lnTo>
                    <a:pt x="3709" y="237475"/>
                  </a:lnTo>
                  <a:lnTo>
                    <a:pt x="0" y="283463"/>
                  </a:lnTo>
                  <a:lnTo>
                    <a:pt x="3709" y="329452"/>
                  </a:lnTo>
                  <a:lnTo>
                    <a:pt x="14447" y="373075"/>
                  </a:lnTo>
                  <a:lnTo>
                    <a:pt x="31632" y="413748"/>
                  </a:lnTo>
                  <a:lnTo>
                    <a:pt x="54681" y="450890"/>
                  </a:lnTo>
                  <a:lnTo>
                    <a:pt x="83010" y="483917"/>
                  </a:lnTo>
                  <a:lnTo>
                    <a:pt x="116037" y="512246"/>
                  </a:lnTo>
                  <a:lnTo>
                    <a:pt x="153179" y="535295"/>
                  </a:lnTo>
                  <a:lnTo>
                    <a:pt x="193852" y="552480"/>
                  </a:lnTo>
                  <a:lnTo>
                    <a:pt x="237475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002273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3</a:t>
            </a:r>
            <a:endParaRPr sz="1550">
              <a:latin typeface="Courier New"/>
              <a:cs typeface="Courier New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73952" y="1943049"/>
            <a:ext cx="2254250" cy="654050"/>
            <a:chOff x="6473952" y="1943049"/>
            <a:chExt cx="2254250" cy="654050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3952" y="2208276"/>
              <a:ext cx="1609090" cy="11391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519672" y="2249424"/>
              <a:ext cx="1508760" cy="0"/>
            </a:xfrm>
            <a:custGeom>
              <a:avLst/>
              <a:gdLst/>
              <a:ahLst/>
              <a:cxnLst/>
              <a:rect l="l" t="t" r="r" b="b"/>
              <a:pathLst>
                <a:path w="1508759">
                  <a:moveTo>
                    <a:pt x="0" y="0"/>
                  </a:moveTo>
                  <a:lnTo>
                    <a:pt x="1508759" y="0"/>
                  </a:lnTo>
                </a:path>
              </a:pathLst>
            </a:custGeom>
            <a:ln w="27432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74152" y="1943049"/>
              <a:ext cx="653592" cy="653592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119872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463" y="0"/>
                  </a:moveTo>
                  <a:lnTo>
                    <a:pt x="237475" y="3709"/>
                  </a:lnTo>
                  <a:lnTo>
                    <a:pt x="193852" y="14447"/>
                  </a:lnTo>
                  <a:lnTo>
                    <a:pt x="153179" y="31632"/>
                  </a:lnTo>
                  <a:lnTo>
                    <a:pt x="116037" y="54681"/>
                  </a:lnTo>
                  <a:lnTo>
                    <a:pt x="83010" y="83010"/>
                  </a:lnTo>
                  <a:lnTo>
                    <a:pt x="54681" y="116037"/>
                  </a:lnTo>
                  <a:lnTo>
                    <a:pt x="31632" y="153179"/>
                  </a:lnTo>
                  <a:lnTo>
                    <a:pt x="14447" y="193852"/>
                  </a:lnTo>
                  <a:lnTo>
                    <a:pt x="3709" y="237475"/>
                  </a:lnTo>
                  <a:lnTo>
                    <a:pt x="0" y="283463"/>
                  </a:lnTo>
                  <a:lnTo>
                    <a:pt x="3709" y="329452"/>
                  </a:lnTo>
                  <a:lnTo>
                    <a:pt x="14447" y="373075"/>
                  </a:lnTo>
                  <a:lnTo>
                    <a:pt x="31632" y="413748"/>
                  </a:lnTo>
                  <a:lnTo>
                    <a:pt x="54681" y="450890"/>
                  </a:lnTo>
                  <a:lnTo>
                    <a:pt x="83010" y="483917"/>
                  </a:lnTo>
                  <a:lnTo>
                    <a:pt x="116037" y="512246"/>
                  </a:lnTo>
                  <a:lnTo>
                    <a:pt x="153179" y="535295"/>
                  </a:lnTo>
                  <a:lnTo>
                    <a:pt x="193852" y="552480"/>
                  </a:lnTo>
                  <a:lnTo>
                    <a:pt x="237475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334882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4</a:t>
            </a:r>
            <a:endParaRPr sz="1550">
              <a:latin typeface="Courier New"/>
              <a:cs typeface="Courier New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8805671" y="1943049"/>
            <a:ext cx="2254250" cy="654050"/>
            <a:chOff x="8805671" y="1943049"/>
            <a:chExt cx="2254250" cy="654050"/>
          </a:xfrm>
        </p:grpSpPr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5671" y="2208276"/>
              <a:ext cx="1609090" cy="11391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851391" y="2249424"/>
              <a:ext cx="1508760" cy="0"/>
            </a:xfrm>
            <a:custGeom>
              <a:avLst/>
              <a:gdLst/>
              <a:ahLst/>
              <a:cxnLst/>
              <a:rect l="l" t="t" r="r" b="b"/>
              <a:pathLst>
                <a:path w="1508759">
                  <a:moveTo>
                    <a:pt x="0" y="0"/>
                  </a:moveTo>
                  <a:lnTo>
                    <a:pt x="1508759" y="0"/>
                  </a:lnTo>
                </a:path>
              </a:pathLst>
            </a:custGeom>
            <a:ln w="27432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5871" y="1943049"/>
              <a:ext cx="653592" cy="65359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451591" y="1965960"/>
              <a:ext cx="567055" cy="567055"/>
            </a:xfrm>
            <a:custGeom>
              <a:avLst/>
              <a:gdLst/>
              <a:ahLst/>
              <a:cxnLst/>
              <a:rect l="l" t="t" r="r" b="b"/>
              <a:pathLst>
                <a:path w="567054" h="567055">
                  <a:moveTo>
                    <a:pt x="283463" y="0"/>
                  </a:moveTo>
                  <a:lnTo>
                    <a:pt x="237475" y="3709"/>
                  </a:lnTo>
                  <a:lnTo>
                    <a:pt x="193852" y="14447"/>
                  </a:lnTo>
                  <a:lnTo>
                    <a:pt x="153179" y="31632"/>
                  </a:lnTo>
                  <a:lnTo>
                    <a:pt x="116037" y="54681"/>
                  </a:lnTo>
                  <a:lnTo>
                    <a:pt x="83010" y="83010"/>
                  </a:lnTo>
                  <a:lnTo>
                    <a:pt x="54681" y="116037"/>
                  </a:lnTo>
                  <a:lnTo>
                    <a:pt x="31632" y="153179"/>
                  </a:lnTo>
                  <a:lnTo>
                    <a:pt x="14447" y="193852"/>
                  </a:lnTo>
                  <a:lnTo>
                    <a:pt x="3709" y="237475"/>
                  </a:lnTo>
                  <a:lnTo>
                    <a:pt x="0" y="283463"/>
                  </a:lnTo>
                  <a:lnTo>
                    <a:pt x="3709" y="329452"/>
                  </a:lnTo>
                  <a:lnTo>
                    <a:pt x="14447" y="373075"/>
                  </a:lnTo>
                  <a:lnTo>
                    <a:pt x="31632" y="413748"/>
                  </a:lnTo>
                  <a:lnTo>
                    <a:pt x="54681" y="450890"/>
                  </a:lnTo>
                  <a:lnTo>
                    <a:pt x="83010" y="483917"/>
                  </a:lnTo>
                  <a:lnTo>
                    <a:pt x="116037" y="512246"/>
                  </a:lnTo>
                  <a:lnTo>
                    <a:pt x="153179" y="535295"/>
                  </a:lnTo>
                  <a:lnTo>
                    <a:pt x="193852" y="552480"/>
                  </a:lnTo>
                  <a:lnTo>
                    <a:pt x="237475" y="563218"/>
                  </a:lnTo>
                  <a:lnTo>
                    <a:pt x="283463" y="566927"/>
                  </a:lnTo>
                  <a:lnTo>
                    <a:pt x="329452" y="563218"/>
                  </a:lnTo>
                  <a:lnTo>
                    <a:pt x="373075" y="552480"/>
                  </a:lnTo>
                  <a:lnTo>
                    <a:pt x="413748" y="535295"/>
                  </a:lnTo>
                  <a:lnTo>
                    <a:pt x="450890" y="512246"/>
                  </a:lnTo>
                  <a:lnTo>
                    <a:pt x="483917" y="483917"/>
                  </a:lnTo>
                  <a:lnTo>
                    <a:pt x="512246" y="450890"/>
                  </a:lnTo>
                  <a:lnTo>
                    <a:pt x="535295" y="413748"/>
                  </a:lnTo>
                  <a:lnTo>
                    <a:pt x="552480" y="373075"/>
                  </a:lnTo>
                  <a:lnTo>
                    <a:pt x="563218" y="329452"/>
                  </a:lnTo>
                  <a:lnTo>
                    <a:pt x="566927" y="283463"/>
                  </a:lnTo>
                  <a:lnTo>
                    <a:pt x="563218" y="237475"/>
                  </a:lnTo>
                  <a:lnTo>
                    <a:pt x="552480" y="193852"/>
                  </a:lnTo>
                  <a:lnTo>
                    <a:pt x="535295" y="153179"/>
                  </a:lnTo>
                  <a:lnTo>
                    <a:pt x="512246" y="116037"/>
                  </a:lnTo>
                  <a:lnTo>
                    <a:pt x="483917" y="83010"/>
                  </a:lnTo>
                  <a:lnTo>
                    <a:pt x="450890" y="54681"/>
                  </a:lnTo>
                  <a:lnTo>
                    <a:pt x="413748" y="31632"/>
                  </a:lnTo>
                  <a:lnTo>
                    <a:pt x="373075" y="14447"/>
                  </a:lnTo>
                  <a:lnTo>
                    <a:pt x="329452" y="3709"/>
                  </a:lnTo>
                  <a:lnTo>
                    <a:pt x="283463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0667492" y="2066035"/>
            <a:ext cx="146685" cy="267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-50" dirty="0">
                <a:solidFill>
                  <a:srgbClr val="0D252F"/>
                </a:solidFill>
                <a:latin typeface="Courier New"/>
                <a:cs typeface="Courier New"/>
              </a:rPr>
              <a:t>5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53769" y="2713685"/>
            <a:ext cx="5302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INPUT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35528" y="2713685"/>
            <a:ext cx="8305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VALIDATE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19013" y="2713685"/>
            <a:ext cx="5289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STORE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101330" y="2713685"/>
            <a:ext cx="6292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ACTION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434066" y="2713685"/>
            <a:ext cx="62928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OUTPUT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3384" y="3125546"/>
            <a:ext cx="1801495" cy="5302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ctr">
              <a:lnSpc>
                <a:spcPct val="99600"/>
              </a:lnSpc>
              <a:spcBef>
                <a:spcPts val="120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Location,</a:t>
            </a:r>
            <a:r>
              <a:rPr sz="11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waste</a:t>
            </a:r>
            <a:r>
              <a:rPr sz="11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type,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details,</a:t>
            </a:r>
            <a:r>
              <a:rPr sz="11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optional photo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46070" y="3125546"/>
            <a:ext cx="1804670" cy="365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Frontend</a:t>
            </a:r>
            <a:r>
              <a:rPr sz="1100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+</a:t>
            </a:r>
            <a:r>
              <a:rPr sz="1100" spc="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backend</a:t>
            </a:r>
            <a:endParaRPr sz="11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check</a:t>
            </a:r>
            <a:r>
              <a:rPr sz="1100" spc="-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required</a:t>
            </a:r>
            <a:r>
              <a:rPr sz="1100" spc="-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fields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47842" y="3125546"/>
            <a:ext cx="1467485" cy="365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Express</a:t>
            </a:r>
            <a:r>
              <a:rPr sz="11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API</a:t>
            </a:r>
            <a:r>
              <a:rPr sz="1100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saves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r>
              <a:rPr sz="11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in</a:t>
            </a:r>
            <a:r>
              <a:rPr sz="1100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MongoDB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680452" y="3125546"/>
            <a:ext cx="1463040" cy="365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1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reviews</a:t>
            </a:r>
            <a:r>
              <a:rPr sz="11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updates</a:t>
            </a:r>
            <a:r>
              <a:rPr sz="11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843643" y="3125546"/>
            <a:ext cx="1805939" cy="3657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Pending,</a:t>
            </a:r>
            <a:r>
              <a:rPr sz="11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In</a:t>
            </a:r>
            <a:r>
              <a:rPr sz="1100" spc="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Progress,</a:t>
            </a:r>
            <a:endParaRPr sz="1100">
              <a:latin typeface="Courier New"/>
              <a:cs typeface="Courier New"/>
            </a:endParaRP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or</a:t>
            </a:r>
            <a:r>
              <a:rPr sz="11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Resolved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35508" y="4590288"/>
            <a:ext cx="5262245" cy="1147445"/>
            <a:chOff x="635508" y="4590288"/>
            <a:chExt cx="5262245" cy="1147445"/>
          </a:xfrm>
        </p:grpSpPr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508" y="4590288"/>
              <a:ext cx="5262118" cy="114738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85800" y="4617720"/>
              <a:ext cx="5166360" cy="1051560"/>
            </a:xfrm>
            <a:custGeom>
              <a:avLst/>
              <a:gdLst/>
              <a:ahLst/>
              <a:cxnLst/>
              <a:rect l="l" t="t" r="r" b="b"/>
              <a:pathLst>
                <a:path w="5166360" h="1051560">
                  <a:moveTo>
                    <a:pt x="4991100" y="0"/>
                  </a:moveTo>
                  <a:lnTo>
                    <a:pt x="175259" y="0"/>
                  </a:lnTo>
                  <a:lnTo>
                    <a:pt x="128671" y="6261"/>
                  </a:lnTo>
                  <a:lnTo>
                    <a:pt x="86805" y="23932"/>
                  </a:lnTo>
                  <a:lnTo>
                    <a:pt x="51334" y="51339"/>
                  </a:lnTo>
                  <a:lnTo>
                    <a:pt x="23929" y="86811"/>
                  </a:lnTo>
                  <a:lnTo>
                    <a:pt x="6260" y="128675"/>
                  </a:lnTo>
                  <a:lnTo>
                    <a:pt x="0" y="175259"/>
                  </a:lnTo>
                  <a:lnTo>
                    <a:pt x="0" y="876299"/>
                  </a:lnTo>
                  <a:lnTo>
                    <a:pt x="6260" y="922888"/>
                  </a:lnTo>
                  <a:lnTo>
                    <a:pt x="23929" y="964754"/>
                  </a:lnTo>
                  <a:lnTo>
                    <a:pt x="51334" y="1000225"/>
                  </a:lnTo>
                  <a:lnTo>
                    <a:pt x="86805" y="1027630"/>
                  </a:lnTo>
                  <a:lnTo>
                    <a:pt x="128671" y="1045299"/>
                  </a:lnTo>
                  <a:lnTo>
                    <a:pt x="175259" y="1051559"/>
                  </a:lnTo>
                  <a:lnTo>
                    <a:pt x="4991100" y="1051559"/>
                  </a:lnTo>
                  <a:lnTo>
                    <a:pt x="5037684" y="1045299"/>
                  </a:lnTo>
                  <a:lnTo>
                    <a:pt x="5079548" y="1027630"/>
                  </a:lnTo>
                  <a:lnTo>
                    <a:pt x="5115020" y="1000225"/>
                  </a:lnTo>
                  <a:lnTo>
                    <a:pt x="5142427" y="964754"/>
                  </a:lnTo>
                  <a:lnTo>
                    <a:pt x="5160098" y="922888"/>
                  </a:lnTo>
                  <a:lnTo>
                    <a:pt x="5166360" y="876299"/>
                  </a:lnTo>
                  <a:lnTo>
                    <a:pt x="5166360" y="175259"/>
                  </a:lnTo>
                  <a:lnTo>
                    <a:pt x="5160098" y="128675"/>
                  </a:lnTo>
                  <a:lnTo>
                    <a:pt x="5142427" y="86811"/>
                  </a:lnTo>
                  <a:lnTo>
                    <a:pt x="5115020" y="51339"/>
                  </a:lnTo>
                  <a:lnTo>
                    <a:pt x="5079548" y="23932"/>
                  </a:lnTo>
                  <a:lnTo>
                    <a:pt x="5037684" y="6261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85800" y="4617720"/>
              <a:ext cx="5166360" cy="1051560"/>
            </a:xfrm>
            <a:custGeom>
              <a:avLst/>
              <a:gdLst/>
              <a:ahLst/>
              <a:cxnLst/>
              <a:rect l="l" t="t" r="r" b="b"/>
              <a:pathLst>
                <a:path w="5166360" h="1051560">
                  <a:moveTo>
                    <a:pt x="0" y="175259"/>
                  </a:moveTo>
                  <a:lnTo>
                    <a:pt x="6260" y="128675"/>
                  </a:lnTo>
                  <a:lnTo>
                    <a:pt x="23929" y="86811"/>
                  </a:lnTo>
                  <a:lnTo>
                    <a:pt x="51334" y="51339"/>
                  </a:lnTo>
                  <a:lnTo>
                    <a:pt x="86805" y="23932"/>
                  </a:lnTo>
                  <a:lnTo>
                    <a:pt x="128671" y="6261"/>
                  </a:lnTo>
                  <a:lnTo>
                    <a:pt x="175259" y="0"/>
                  </a:lnTo>
                  <a:lnTo>
                    <a:pt x="4991100" y="0"/>
                  </a:lnTo>
                  <a:lnTo>
                    <a:pt x="5037684" y="6261"/>
                  </a:lnTo>
                  <a:lnTo>
                    <a:pt x="5079548" y="23932"/>
                  </a:lnTo>
                  <a:lnTo>
                    <a:pt x="5115020" y="51339"/>
                  </a:lnTo>
                  <a:lnTo>
                    <a:pt x="5142427" y="86811"/>
                  </a:lnTo>
                  <a:lnTo>
                    <a:pt x="5160098" y="128675"/>
                  </a:lnTo>
                  <a:lnTo>
                    <a:pt x="5166360" y="175259"/>
                  </a:lnTo>
                  <a:lnTo>
                    <a:pt x="5166360" y="876299"/>
                  </a:lnTo>
                  <a:lnTo>
                    <a:pt x="5160098" y="922888"/>
                  </a:lnTo>
                  <a:lnTo>
                    <a:pt x="5142427" y="964754"/>
                  </a:lnTo>
                  <a:lnTo>
                    <a:pt x="5115020" y="1000225"/>
                  </a:lnTo>
                  <a:lnTo>
                    <a:pt x="5079548" y="1027630"/>
                  </a:lnTo>
                  <a:lnTo>
                    <a:pt x="5037684" y="1045299"/>
                  </a:lnTo>
                  <a:lnTo>
                    <a:pt x="4991100" y="1051559"/>
                  </a:lnTo>
                  <a:lnTo>
                    <a:pt x="175259" y="1051559"/>
                  </a:lnTo>
                  <a:lnTo>
                    <a:pt x="128671" y="1045299"/>
                  </a:lnTo>
                  <a:lnTo>
                    <a:pt x="86805" y="1027630"/>
                  </a:lnTo>
                  <a:lnTo>
                    <a:pt x="51334" y="1000225"/>
                  </a:lnTo>
                  <a:lnTo>
                    <a:pt x="23929" y="964754"/>
                  </a:lnTo>
                  <a:lnTo>
                    <a:pt x="6260" y="922888"/>
                  </a:lnTo>
                  <a:lnTo>
                    <a:pt x="0" y="876299"/>
                  </a:lnTo>
                  <a:lnTo>
                    <a:pt x="0" y="175259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80" y="4704588"/>
              <a:ext cx="150583" cy="918781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85800" y="4727448"/>
              <a:ext cx="64135" cy="832485"/>
            </a:xfrm>
            <a:custGeom>
              <a:avLst/>
              <a:gdLst/>
              <a:ahLst/>
              <a:cxnLst/>
              <a:rect l="l" t="t" r="r" b="b"/>
              <a:pathLst>
                <a:path w="64134" h="832485">
                  <a:moveTo>
                    <a:pt x="64007" y="0"/>
                  </a:moveTo>
                  <a:lnTo>
                    <a:pt x="0" y="0"/>
                  </a:lnTo>
                  <a:lnTo>
                    <a:pt x="0" y="832104"/>
                  </a:lnTo>
                  <a:lnTo>
                    <a:pt x="64007" y="83210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920292" y="4782058"/>
            <a:ext cx="12198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8FAF9"/>
                </a:solidFill>
                <a:latin typeface="Courier New"/>
                <a:cs typeface="Courier New"/>
              </a:rPr>
              <a:t>USER</a:t>
            </a:r>
            <a:r>
              <a:rPr sz="1300" b="1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JOURNEY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20292" y="5148198"/>
            <a:ext cx="4326890" cy="365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0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Submit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confirmation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revisit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report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see</a:t>
            </a:r>
            <a:r>
              <a:rPr sz="11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status update.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213347" y="4590288"/>
            <a:ext cx="5262245" cy="1147445"/>
            <a:chOff x="6213347" y="4590288"/>
            <a:chExt cx="5262245" cy="1147445"/>
          </a:xfrm>
        </p:grpSpPr>
        <p:pic>
          <p:nvPicPr>
            <p:cNvPr id="53" name="object 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3347" y="4590288"/>
              <a:ext cx="5262117" cy="114738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263639" y="4617720"/>
              <a:ext cx="5166360" cy="1051560"/>
            </a:xfrm>
            <a:custGeom>
              <a:avLst/>
              <a:gdLst/>
              <a:ahLst/>
              <a:cxnLst/>
              <a:rect l="l" t="t" r="r" b="b"/>
              <a:pathLst>
                <a:path w="5166359" h="1051560">
                  <a:moveTo>
                    <a:pt x="4991100" y="0"/>
                  </a:moveTo>
                  <a:lnTo>
                    <a:pt x="175260" y="0"/>
                  </a:lnTo>
                  <a:lnTo>
                    <a:pt x="128675" y="6261"/>
                  </a:lnTo>
                  <a:lnTo>
                    <a:pt x="86811" y="23932"/>
                  </a:lnTo>
                  <a:lnTo>
                    <a:pt x="51339" y="51339"/>
                  </a:lnTo>
                  <a:lnTo>
                    <a:pt x="23932" y="86811"/>
                  </a:lnTo>
                  <a:lnTo>
                    <a:pt x="6261" y="128675"/>
                  </a:lnTo>
                  <a:lnTo>
                    <a:pt x="0" y="175259"/>
                  </a:lnTo>
                  <a:lnTo>
                    <a:pt x="0" y="876299"/>
                  </a:lnTo>
                  <a:lnTo>
                    <a:pt x="6261" y="922888"/>
                  </a:lnTo>
                  <a:lnTo>
                    <a:pt x="23932" y="964754"/>
                  </a:lnTo>
                  <a:lnTo>
                    <a:pt x="51339" y="1000225"/>
                  </a:lnTo>
                  <a:lnTo>
                    <a:pt x="86811" y="1027630"/>
                  </a:lnTo>
                  <a:lnTo>
                    <a:pt x="128675" y="1045299"/>
                  </a:lnTo>
                  <a:lnTo>
                    <a:pt x="175260" y="1051559"/>
                  </a:lnTo>
                  <a:lnTo>
                    <a:pt x="4991100" y="1051559"/>
                  </a:lnTo>
                  <a:lnTo>
                    <a:pt x="5037684" y="1045299"/>
                  </a:lnTo>
                  <a:lnTo>
                    <a:pt x="5079548" y="1027630"/>
                  </a:lnTo>
                  <a:lnTo>
                    <a:pt x="5115020" y="1000225"/>
                  </a:lnTo>
                  <a:lnTo>
                    <a:pt x="5142427" y="964754"/>
                  </a:lnTo>
                  <a:lnTo>
                    <a:pt x="5160098" y="922888"/>
                  </a:lnTo>
                  <a:lnTo>
                    <a:pt x="5166360" y="876299"/>
                  </a:lnTo>
                  <a:lnTo>
                    <a:pt x="5166360" y="175259"/>
                  </a:lnTo>
                  <a:lnTo>
                    <a:pt x="5160098" y="128675"/>
                  </a:lnTo>
                  <a:lnTo>
                    <a:pt x="5142427" y="86811"/>
                  </a:lnTo>
                  <a:lnTo>
                    <a:pt x="5115020" y="51339"/>
                  </a:lnTo>
                  <a:lnTo>
                    <a:pt x="5079548" y="23932"/>
                  </a:lnTo>
                  <a:lnTo>
                    <a:pt x="5037684" y="6261"/>
                  </a:lnTo>
                  <a:lnTo>
                    <a:pt x="499110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63639" y="4617720"/>
              <a:ext cx="5166360" cy="1051560"/>
            </a:xfrm>
            <a:custGeom>
              <a:avLst/>
              <a:gdLst/>
              <a:ahLst/>
              <a:cxnLst/>
              <a:rect l="l" t="t" r="r" b="b"/>
              <a:pathLst>
                <a:path w="5166359" h="1051560">
                  <a:moveTo>
                    <a:pt x="0" y="175259"/>
                  </a:moveTo>
                  <a:lnTo>
                    <a:pt x="6261" y="128675"/>
                  </a:lnTo>
                  <a:lnTo>
                    <a:pt x="23932" y="86811"/>
                  </a:lnTo>
                  <a:lnTo>
                    <a:pt x="51339" y="51339"/>
                  </a:lnTo>
                  <a:lnTo>
                    <a:pt x="86811" y="23932"/>
                  </a:lnTo>
                  <a:lnTo>
                    <a:pt x="128675" y="6261"/>
                  </a:lnTo>
                  <a:lnTo>
                    <a:pt x="175260" y="0"/>
                  </a:lnTo>
                  <a:lnTo>
                    <a:pt x="4991100" y="0"/>
                  </a:lnTo>
                  <a:lnTo>
                    <a:pt x="5037684" y="6261"/>
                  </a:lnTo>
                  <a:lnTo>
                    <a:pt x="5079548" y="23932"/>
                  </a:lnTo>
                  <a:lnTo>
                    <a:pt x="5115020" y="51339"/>
                  </a:lnTo>
                  <a:lnTo>
                    <a:pt x="5142427" y="86811"/>
                  </a:lnTo>
                  <a:lnTo>
                    <a:pt x="5160098" y="128675"/>
                  </a:lnTo>
                  <a:lnTo>
                    <a:pt x="5166360" y="175259"/>
                  </a:lnTo>
                  <a:lnTo>
                    <a:pt x="5166360" y="876299"/>
                  </a:lnTo>
                  <a:lnTo>
                    <a:pt x="5160098" y="922888"/>
                  </a:lnTo>
                  <a:lnTo>
                    <a:pt x="5142427" y="964754"/>
                  </a:lnTo>
                  <a:lnTo>
                    <a:pt x="5115020" y="1000225"/>
                  </a:lnTo>
                  <a:lnTo>
                    <a:pt x="5079548" y="1027630"/>
                  </a:lnTo>
                  <a:lnTo>
                    <a:pt x="5037684" y="1045299"/>
                  </a:lnTo>
                  <a:lnTo>
                    <a:pt x="4991100" y="1051559"/>
                  </a:lnTo>
                  <a:lnTo>
                    <a:pt x="175260" y="1051559"/>
                  </a:lnTo>
                  <a:lnTo>
                    <a:pt x="128675" y="1045299"/>
                  </a:lnTo>
                  <a:lnTo>
                    <a:pt x="86811" y="1027630"/>
                  </a:lnTo>
                  <a:lnTo>
                    <a:pt x="51339" y="1000225"/>
                  </a:lnTo>
                  <a:lnTo>
                    <a:pt x="23932" y="964754"/>
                  </a:lnTo>
                  <a:lnTo>
                    <a:pt x="6261" y="922888"/>
                  </a:lnTo>
                  <a:lnTo>
                    <a:pt x="0" y="876299"/>
                  </a:lnTo>
                  <a:lnTo>
                    <a:pt x="0" y="175259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7919" y="4704588"/>
              <a:ext cx="150583" cy="918781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263639" y="4727448"/>
              <a:ext cx="64135" cy="832485"/>
            </a:xfrm>
            <a:custGeom>
              <a:avLst/>
              <a:gdLst/>
              <a:ahLst/>
              <a:cxnLst/>
              <a:rect l="l" t="t" r="r" b="b"/>
              <a:pathLst>
                <a:path w="64135" h="832485">
                  <a:moveTo>
                    <a:pt x="64008" y="0"/>
                  </a:moveTo>
                  <a:lnTo>
                    <a:pt x="0" y="0"/>
                  </a:lnTo>
                  <a:lnTo>
                    <a:pt x="0" y="832104"/>
                  </a:lnTo>
                  <a:lnTo>
                    <a:pt x="64008" y="832104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500240" y="4782058"/>
            <a:ext cx="13157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300" b="1" spc="-4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JOURNEY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500240" y="5148198"/>
            <a:ext cx="3983990" cy="365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10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Review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prioritize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coordinate</a:t>
            </a:r>
            <a:r>
              <a:rPr sz="1100" spc="-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cleanup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→</a:t>
            </a:r>
            <a:r>
              <a:rPr sz="1100" spc="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BDEFDC"/>
                </a:solidFill>
                <a:latin typeface="Courier New"/>
                <a:cs typeface="Courier New"/>
              </a:rPr>
              <a:t>mark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resolved.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33724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49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TECHNOLOGY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&amp;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ALGORITHM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05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95" dirty="0"/>
              <a:t> </a:t>
            </a:r>
            <a:r>
              <a:rPr dirty="0"/>
              <a:t>practical</a:t>
            </a:r>
            <a:r>
              <a:rPr spc="-30" dirty="0"/>
              <a:t> </a:t>
            </a:r>
            <a:r>
              <a:rPr spc="-25" dirty="0"/>
              <a:t>full-</a:t>
            </a:r>
            <a:r>
              <a:rPr dirty="0"/>
              <a:t>stack</a:t>
            </a:r>
            <a:r>
              <a:rPr spc="-65" dirty="0"/>
              <a:t> </a:t>
            </a:r>
            <a:r>
              <a:rPr spc="-10" dirty="0"/>
              <a:t>design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672973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MERN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handles</a:t>
            </a:r>
            <a:r>
              <a:rPr sz="1150" spc="2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1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workflow;</a:t>
            </a:r>
            <a:r>
              <a:rPr sz="1150" spc="2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straightforward</a:t>
            </a:r>
            <a:r>
              <a:rPr sz="1150" spc="2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CRUD</a:t>
            </a:r>
            <a:r>
              <a:rPr sz="1150" spc="2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1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filtering</a:t>
            </a:r>
            <a:r>
              <a:rPr sz="1150" spc="2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logic</a:t>
            </a:r>
            <a:r>
              <a:rPr sz="1150" spc="1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power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4110" y="1222628"/>
            <a:ext cx="85090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1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core.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44068" y="1728266"/>
            <a:ext cx="2180590" cy="1211580"/>
            <a:chOff x="544068" y="1728266"/>
            <a:chExt cx="2180590" cy="12115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728266"/>
              <a:ext cx="2180590" cy="12114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94360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39" h="1115695">
                  <a:moveTo>
                    <a:pt x="1898903" y="0"/>
                  </a:moveTo>
                  <a:lnTo>
                    <a:pt x="185928" y="0"/>
                  </a:lnTo>
                  <a:lnTo>
                    <a:pt x="136502" y="6637"/>
                  </a:lnTo>
                  <a:lnTo>
                    <a:pt x="92089" y="25371"/>
                  </a:lnTo>
                  <a:lnTo>
                    <a:pt x="54459" y="54435"/>
                  </a:lnTo>
                  <a:lnTo>
                    <a:pt x="25385" y="92060"/>
                  </a:lnTo>
                  <a:lnTo>
                    <a:pt x="6641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41" y="979087"/>
                  </a:lnTo>
                  <a:lnTo>
                    <a:pt x="25385" y="1023507"/>
                  </a:lnTo>
                  <a:lnTo>
                    <a:pt x="54459" y="1061132"/>
                  </a:lnTo>
                  <a:lnTo>
                    <a:pt x="92089" y="1090196"/>
                  </a:lnTo>
                  <a:lnTo>
                    <a:pt x="136502" y="1108930"/>
                  </a:lnTo>
                  <a:lnTo>
                    <a:pt x="185928" y="1115567"/>
                  </a:lnTo>
                  <a:lnTo>
                    <a:pt x="1898903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2" y="929639"/>
                  </a:lnTo>
                  <a:lnTo>
                    <a:pt x="2084832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3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4360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39" h="1115695">
                  <a:moveTo>
                    <a:pt x="0" y="185927"/>
                  </a:moveTo>
                  <a:lnTo>
                    <a:pt x="6641" y="136480"/>
                  </a:lnTo>
                  <a:lnTo>
                    <a:pt x="25385" y="92060"/>
                  </a:lnTo>
                  <a:lnTo>
                    <a:pt x="54459" y="54435"/>
                  </a:lnTo>
                  <a:lnTo>
                    <a:pt x="92089" y="25371"/>
                  </a:lnTo>
                  <a:lnTo>
                    <a:pt x="136502" y="6637"/>
                  </a:lnTo>
                  <a:lnTo>
                    <a:pt x="185928" y="0"/>
                  </a:lnTo>
                  <a:lnTo>
                    <a:pt x="1898903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2" y="185927"/>
                  </a:lnTo>
                  <a:lnTo>
                    <a:pt x="2084832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3" y="1115567"/>
                  </a:lnTo>
                  <a:lnTo>
                    <a:pt x="185928" y="1115567"/>
                  </a:lnTo>
                  <a:lnTo>
                    <a:pt x="136502" y="1108930"/>
                  </a:lnTo>
                  <a:lnTo>
                    <a:pt x="92089" y="1090196"/>
                  </a:lnTo>
                  <a:lnTo>
                    <a:pt x="54459" y="1061132"/>
                  </a:lnTo>
                  <a:lnTo>
                    <a:pt x="25385" y="1023507"/>
                  </a:lnTo>
                  <a:lnTo>
                    <a:pt x="6641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842566"/>
              <a:ext cx="150583" cy="98280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4360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4" h="896619">
                  <a:moveTo>
                    <a:pt x="64007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7" y="89611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28852" y="1918208"/>
            <a:ext cx="75692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REACT.JS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8852" y="2283663"/>
            <a:ext cx="156210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Responsive</a:t>
            </a:r>
            <a:r>
              <a:rPr sz="1000" spc="-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interface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848355" y="1728266"/>
            <a:ext cx="2180590" cy="1211580"/>
            <a:chOff x="2848355" y="1728266"/>
            <a:chExt cx="2180590" cy="121158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48355" y="1728266"/>
              <a:ext cx="2180590" cy="121140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98647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39" h="1115695">
                  <a:moveTo>
                    <a:pt x="1898903" y="0"/>
                  </a:moveTo>
                  <a:lnTo>
                    <a:pt x="185927" y="0"/>
                  </a:lnTo>
                  <a:lnTo>
                    <a:pt x="136480" y="6637"/>
                  </a:lnTo>
                  <a:lnTo>
                    <a:pt x="92060" y="25371"/>
                  </a:lnTo>
                  <a:lnTo>
                    <a:pt x="54435" y="54435"/>
                  </a:lnTo>
                  <a:lnTo>
                    <a:pt x="25371" y="92060"/>
                  </a:lnTo>
                  <a:lnTo>
                    <a:pt x="6637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37" y="979087"/>
                  </a:lnTo>
                  <a:lnTo>
                    <a:pt x="25371" y="1023507"/>
                  </a:lnTo>
                  <a:lnTo>
                    <a:pt x="54435" y="1061132"/>
                  </a:lnTo>
                  <a:lnTo>
                    <a:pt x="92060" y="1090196"/>
                  </a:lnTo>
                  <a:lnTo>
                    <a:pt x="136480" y="1108930"/>
                  </a:lnTo>
                  <a:lnTo>
                    <a:pt x="185927" y="1115567"/>
                  </a:lnTo>
                  <a:lnTo>
                    <a:pt x="1898903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1" y="929639"/>
                  </a:lnTo>
                  <a:lnTo>
                    <a:pt x="2084831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3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98647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39" h="1115695">
                  <a:moveTo>
                    <a:pt x="0" y="185927"/>
                  </a:moveTo>
                  <a:lnTo>
                    <a:pt x="6637" y="136480"/>
                  </a:lnTo>
                  <a:lnTo>
                    <a:pt x="25371" y="92060"/>
                  </a:lnTo>
                  <a:lnTo>
                    <a:pt x="54435" y="54435"/>
                  </a:lnTo>
                  <a:lnTo>
                    <a:pt x="92060" y="25371"/>
                  </a:lnTo>
                  <a:lnTo>
                    <a:pt x="136480" y="6637"/>
                  </a:lnTo>
                  <a:lnTo>
                    <a:pt x="185927" y="0"/>
                  </a:lnTo>
                  <a:lnTo>
                    <a:pt x="1898903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1" y="185927"/>
                  </a:lnTo>
                  <a:lnTo>
                    <a:pt x="2084831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3" y="1115567"/>
                  </a:lnTo>
                  <a:lnTo>
                    <a:pt x="185927" y="1115567"/>
                  </a:lnTo>
                  <a:lnTo>
                    <a:pt x="136480" y="1108930"/>
                  </a:lnTo>
                  <a:lnTo>
                    <a:pt x="92060" y="1090196"/>
                  </a:lnTo>
                  <a:lnTo>
                    <a:pt x="54435" y="1061132"/>
                  </a:lnTo>
                  <a:lnTo>
                    <a:pt x="25371" y="1023507"/>
                  </a:lnTo>
                  <a:lnTo>
                    <a:pt x="6637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2927" y="1842566"/>
              <a:ext cx="150583" cy="98280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98647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5" h="896619">
                  <a:moveTo>
                    <a:pt x="64007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7" y="89611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34105" y="1918208"/>
            <a:ext cx="66548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NODE.JS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34105" y="2283663"/>
            <a:ext cx="117792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Backend</a:t>
            </a:r>
            <a:r>
              <a:rPr sz="1000" spc="-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runtime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52644" y="1728266"/>
            <a:ext cx="2180590" cy="1211580"/>
            <a:chOff x="5152644" y="1728266"/>
            <a:chExt cx="2180590" cy="121158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2644" y="1728266"/>
              <a:ext cx="2180590" cy="121140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02936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1898904" y="0"/>
                  </a:moveTo>
                  <a:lnTo>
                    <a:pt x="185927" y="0"/>
                  </a:lnTo>
                  <a:lnTo>
                    <a:pt x="136480" y="6637"/>
                  </a:lnTo>
                  <a:lnTo>
                    <a:pt x="92060" y="25371"/>
                  </a:lnTo>
                  <a:lnTo>
                    <a:pt x="54435" y="54435"/>
                  </a:lnTo>
                  <a:lnTo>
                    <a:pt x="25371" y="92060"/>
                  </a:lnTo>
                  <a:lnTo>
                    <a:pt x="6637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37" y="979087"/>
                  </a:lnTo>
                  <a:lnTo>
                    <a:pt x="25371" y="1023507"/>
                  </a:lnTo>
                  <a:lnTo>
                    <a:pt x="54435" y="1061132"/>
                  </a:lnTo>
                  <a:lnTo>
                    <a:pt x="92060" y="1090196"/>
                  </a:lnTo>
                  <a:lnTo>
                    <a:pt x="136480" y="1108930"/>
                  </a:lnTo>
                  <a:lnTo>
                    <a:pt x="185927" y="1115567"/>
                  </a:lnTo>
                  <a:lnTo>
                    <a:pt x="1898904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2" y="929639"/>
                  </a:lnTo>
                  <a:lnTo>
                    <a:pt x="2084832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4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02936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0" y="185927"/>
                  </a:moveTo>
                  <a:lnTo>
                    <a:pt x="6637" y="136480"/>
                  </a:lnTo>
                  <a:lnTo>
                    <a:pt x="25371" y="92060"/>
                  </a:lnTo>
                  <a:lnTo>
                    <a:pt x="54435" y="54435"/>
                  </a:lnTo>
                  <a:lnTo>
                    <a:pt x="92060" y="25371"/>
                  </a:lnTo>
                  <a:lnTo>
                    <a:pt x="136480" y="6637"/>
                  </a:lnTo>
                  <a:lnTo>
                    <a:pt x="185927" y="0"/>
                  </a:lnTo>
                  <a:lnTo>
                    <a:pt x="1898904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2" y="185927"/>
                  </a:lnTo>
                  <a:lnTo>
                    <a:pt x="2084832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4" y="1115567"/>
                  </a:lnTo>
                  <a:lnTo>
                    <a:pt x="185927" y="1115567"/>
                  </a:lnTo>
                  <a:lnTo>
                    <a:pt x="136480" y="1108930"/>
                  </a:lnTo>
                  <a:lnTo>
                    <a:pt x="92060" y="1090196"/>
                  </a:lnTo>
                  <a:lnTo>
                    <a:pt x="54435" y="1061132"/>
                  </a:lnTo>
                  <a:lnTo>
                    <a:pt x="25371" y="1023507"/>
                  </a:lnTo>
                  <a:lnTo>
                    <a:pt x="6637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57216" y="1842566"/>
              <a:ext cx="150583" cy="98280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02936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5" h="896619">
                  <a:moveTo>
                    <a:pt x="64008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8" y="896112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439283" y="1918208"/>
            <a:ext cx="93980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EXPRESS.JS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439283" y="2283663"/>
            <a:ext cx="1176020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REST</a:t>
            </a:r>
            <a:r>
              <a:rPr sz="10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API</a:t>
            </a:r>
            <a:r>
              <a:rPr sz="1000" spc="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routes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456931" y="1728266"/>
            <a:ext cx="2180590" cy="1211580"/>
            <a:chOff x="7456931" y="1728266"/>
            <a:chExt cx="2180590" cy="121158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6931" y="1728266"/>
              <a:ext cx="2180589" cy="121140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507223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1898903" y="0"/>
                  </a:moveTo>
                  <a:lnTo>
                    <a:pt x="185927" y="0"/>
                  </a:lnTo>
                  <a:lnTo>
                    <a:pt x="136480" y="6637"/>
                  </a:lnTo>
                  <a:lnTo>
                    <a:pt x="92060" y="25371"/>
                  </a:lnTo>
                  <a:lnTo>
                    <a:pt x="54435" y="54435"/>
                  </a:lnTo>
                  <a:lnTo>
                    <a:pt x="25371" y="92060"/>
                  </a:lnTo>
                  <a:lnTo>
                    <a:pt x="6637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37" y="979087"/>
                  </a:lnTo>
                  <a:lnTo>
                    <a:pt x="25371" y="1023507"/>
                  </a:lnTo>
                  <a:lnTo>
                    <a:pt x="54435" y="1061132"/>
                  </a:lnTo>
                  <a:lnTo>
                    <a:pt x="92060" y="1090196"/>
                  </a:lnTo>
                  <a:lnTo>
                    <a:pt x="136480" y="1108930"/>
                  </a:lnTo>
                  <a:lnTo>
                    <a:pt x="185927" y="1115567"/>
                  </a:lnTo>
                  <a:lnTo>
                    <a:pt x="1898903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1" y="929639"/>
                  </a:lnTo>
                  <a:lnTo>
                    <a:pt x="2084831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3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07223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0" y="185927"/>
                  </a:moveTo>
                  <a:lnTo>
                    <a:pt x="6637" y="136480"/>
                  </a:lnTo>
                  <a:lnTo>
                    <a:pt x="25371" y="92060"/>
                  </a:lnTo>
                  <a:lnTo>
                    <a:pt x="54435" y="54435"/>
                  </a:lnTo>
                  <a:lnTo>
                    <a:pt x="92060" y="25371"/>
                  </a:lnTo>
                  <a:lnTo>
                    <a:pt x="136480" y="6637"/>
                  </a:lnTo>
                  <a:lnTo>
                    <a:pt x="185927" y="0"/>
                  </a:lnTo>
                  <a:lnTo>
                    <a:pt x="1898903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1" y="185927"/>
                  </a:lnTo>
                  <a:lnTo>
                    <a:pt x="2084831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3" y="1115567"/>
                  </a:lnTo>
                  <a:lnTo>
                    <a:pt x="185927" y="1115567"/>
                  </a:lnTo>
                  <a:lnTo>
                    <a:pt x="136480" y="1108930"/>
                  </a:lnTo>
                  <a:lnTo>
                    <a:pt x="92060" y="1090196"/>
                  </a:lnTo>
                  <a:lnTo>
                    <a:pt x="54435" y="1061132"/>
                  </a:lnTo>
                  <a:lnTo>
                    <a:pt x="25371" y="1023507"/>
                  </a:lnTo>
                  <a:lnTo>
                    <a:pt x="6637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1503" y="1842566"/>
              <a:ext cx="150583" cy="98280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507223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4" h="896619">
                  <a:moveTo>
                    <a:pt x="64007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7" y="89611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744206" y="1918208"/>
            <a:ext cx="66802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MONGODB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44206" y="2283663"/>
            <a:ext cx="118427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Report</a:t>
            </a:r>
            <a:r>
              <a:rPr sz="1000" spc="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database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761219" y="1728266"/>
            <a:ext cx="2180590" cy="1211580"/>
            <a:chOff x="9761219" y="1728266"/>
            <a:chExt cx="2180590" cy="1211580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61219" y="1728266"/>
              <a:ext cx="2180589" cy="121140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811511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1898904" y="0"/>
                  </a:moveTo>
                  <a:lnTo>
                    <a:pt x="185928" y="0"/>
                  </a:lnTo>
                  <a:lnTo>
                    <a:pt x="136480" y="6637"/>
                  </a:lnTo>
                  <a:lnTo>
                    <a:pt x="92060" y="25371"/>
                  </a:lnTo>
                  <a:lnTo>
                    <a:pt x="54435" y="54435"/>
                  </a:lnTo>
                  <a:lnTo>
                    <a:pt x="25371" y="92060"/>
                  </a:lnTo>
                  <a:lnTo>
                    <a:pt x="6637" y="136480"/>
                  </a:lnTo>
                  <a:lnTo>
                    <a:pt x="0" y="185927"/>
                  </a:lnTo>
                  <a:lnTo>
                    <a:pt x="0" y="929639"/>
                  </a:lnTo>
                  <a:lnTo>
                    <a:pt x="6637" y="979087"/>
                  </a:lnTo>
                  <a:lnTo>
                    <a:pt x="25371" y="1023507"/>
                  </a:lnTo>
                  <a:lnTo>
                    <a:pt x="54435" y="1061132"/>
                  </a:lnTo>
                  <a:lnTo>
                    <a:pt x="92060" y="1090196"/>
                  </a:lnTo>
                  <a:lnTo>
                    <a:pt x="136480" y="1108930"/>
                  </a:lnTo>
                  <a:lnTo>
                    <a:pt x="185928" y="1115567"/>
                  </a:lnTo>
                  <a:lnTo>
                    <a:pt x="1898904" y="1115567"/>
                  </a:lnTo>
                  <a:lnTo>
                    <a:pt x="1948351" y="1108930"/>
                  </a:lnTo>
                  <a:lnTo>
                    <a:pt x="1992771" y="1090196"/>
                  </a:lnTo>
                  <a:lnTo>
                    <a:pt x="2030396" y="1061132"/>
                  </a:lnTo>
                  <a:lnTo>
                    <a:pt x="2059460" y="1023507"/>
                  </a:lnTo>
                  <a:lnTo>
                    <a:pt x="2078194" y="979087"/>
                  </a:lnTo>
                  <a:lnTo>
                    <a:pt x="2084832" y="929639"/>
                  </a:lnTo>
                  <a:lnTo>
                    <a:pt x="2084832" y="185927"/>
                  </a:lnTo>
                  <a:lnTo>
                    <a:pt x="2078194" y="136480"/>
                  </a:lnTo>
                  <a:lnTo>
                    <a:pt x="2059460" y="92060"/>
                  </a:lnTo>
                  <a:lnTo>
                    <a:pt x="2030396" y="54435"/>
                  </a:lnTo>
                  <a:lnTo>
                    <a:pt x="1992771" y="25371"/>
                  </a:lnTo>
                  <a:lnTo>
                    <a:pt x="1948351" y="6637"/>
                  </a:lnTo>
                  <a:lnTo>
                    <a:pt x="1898904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811511" y="1755647"/>
              <a:ext cx="2085339" cy="1115695"/>
            </a:xfrm>
            <a:custGeom>
              <a:avLst/>
              <a:gdLst/>
              <a:ahLst/>
              <a:cxnLst/>
              <a:rect l="l" t="t" r="r" b="b"/>
              <a:pathLst>
                <a:path w="2085340" h="1115695">
                  <a:moveTo>
                    <a:pt x="0" y="185927"/>
                  </a:moveTo>
                  <a:lnTo>
                    <a:pt x="6637" y="136480"/>
                  </a:lnTo>
                  <a:lnTo>
                    <a:pt x="25371" y="92060"/>
                  </a:lnTo>
                  <a:lnTo>
                    <a:pt x="54435" y="54435"/>
                  </a:lnTo>
                  <a:lnTo>
                    <a:pt x="92060" y="25371"/>
                  </a:lnTo>
                  <a:lnTo>
                    <a:pt x="136480" y="6637"/>
                  </a:lnTo>
                  <a:lnTo>
                    <a:pt x="185928" y="0"/>
                  </a:lnTo>
                  <a:lnTo>
                    <a:pt x="1898904" y="0"/>
                  </a:lnTo>
                  <a:lnTo>
                    <a:pt x="1948351" y="6637"/>
                  </a:lnTo>
                  <a:lnTo>
                    <a:pt x="1992771" y="25371"/>
                  </a:lnTo>
                  <a:lnTo>
                    <a:pt x="2030396" y="54435"/>
                  </a:lnTo>
                  <a:lnTo>
                    <a:pt x="2059460" y="92060"/>
                  </a:lnTo>
                  <a:lnTo>
                    <a:pt x="2078194" y="136480"/>
                  </a:lnTo>
                  <a:lnTo>
                    <a:pt x="2084832" y="185927"/>
                  </a:lnTo>
                  <a:lnTo>
                    <a:pt x="2084832" y="929639"/>
                  </a:lnTo>
                  <a:lnTo>
                    <a:pt x="2078194" y="979087"/>
                  </a:lnTo>
                  <a:lnTo>
                    <a:pt x="2059460" y="1023507"/>
                  </a:lnTo>
                  <a:lnTo>
                    <a:pt x="2030396" y="1061132"/>
                  </a:lnTo>
                  <a:lnTo>
                    <a:pt x="1992771" y="1090196"/>
                  </a:lnTo>
                  <a:lnTo>
                    <a:pt x="1948351" y="1108930"/>
                  </a:lnTo>
                  <a:lnTo>
                    <a:pt x="1898904" y="1115567"/>
                  </a:lnTo>
                  <a:lnTo>
                    <a:pt x="185928" y="1115567"/>
                  </a:lnTo>
                  <a:lnTo>
                    <a:pt x="136480" y="1108930"/>
                  </a:lnTo>
                  <a:lnTo>
                    <a:pt x="92060" y="1090196"/>
                  </a:lnTo>
                  <a:lnTo>
                    <a:pt x="54435" y="1061132"/>
                  </a:lnTo>
                  <a:lnTo>
                    <a:pt x="25371" y="1023507"/>
                  </a:lnTo>
                  <a:lnTo>
                    <a:pt x="6637" y="979087"/>
                  </a:lnTo>
                  <a:lnTo>
                    <a:pt x="0" y="929639"/>
                  </a:lnTo>
                  <a:lnTo>
                    <a:pt x="0" y="185927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65791" y="1842566"/>
              <a:ext cx="150583" cy="98280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9811511" y="1865375"/>
              <a:ext cx="64135" cy="896619"/>
            </a:xfrm>
            <a:custGeom>
              <a:avLst/>
              <a:gdLst/>
              <a:ahLst/>
              <a:cxnLst/>
              <a:rect l="l" t="t" r="r" b="b"/>
              <a:pathLst>
                <a:path w="64134" h="896619">
                  <a:moveTo>
                    <a:pt x="64007" y="0"/>
                  </a:moveTo>
                  <a:lnTo>
                    <a:pt x="0" y="0"/>
                  </a:lnTo>
                  <a:lnTo>
                    <a:pt x="0" y="896112"/>
                  </a:lnTo>
                  <a:lnTo>
                    <a:pt x="64007" y="896112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0049382" y="1918208"/>
            <a:ext cx="103124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spc="-10" dirty="0">
                <a:solidFill>
                  <a:srgbClr val="F8FAF9"/>
                </a:solidFill>
                <a:latin typeface="Courier New"/>
                <a:cs typeface="Courier New"/>
              </a:rPr>
              <a:t>CLOUDINARY*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049382" y="2283663"/>
            <a:ext cx="1099820" cy="3352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BDEFDC"/>
                </a:solidFill>
                <a:latin typeface="Courier New"/>
                <a:cs typeface="Courier New"/>
              </a:rPr>
              <a:t>Optional</a:t>
            </a:r>
            <a:r>
              <a:rPr sz="1000" spc="-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image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00" spc="-10" dirty="0">
                <a:solidFill>
                  <a:srgbClr val="BDEFDC"/>
                </a:solidFill>
                <a:latin typeface="Courier New"/>
                <a:cs typeface="Courier New"/>
              </a:rPr>
              <a:t>storage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73404" y="3198698"/>
            <a:ext cx="101981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CORE</a:t>
            </a:r>
            <a:r>
              <a:rPr sz="1300" b="1" spc="-20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LOGIC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299072" y="3198698"/>
            <a:ext cx="23069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ALGORITHMS</a:t>
            </a:r>
            <a:r>
              <a:rPr sz="1300" b="1" spc="-9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&amp;</a:t>
            </a:r>
            <a:r>
              <a:rPr sz="1300" b="1" spc="1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COMPLEXITY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00836" y="3573856"/>
            <a:ext cx="4425950" cy="996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3990" indent="-161290">
              <a:lnSpc>
                <a:spcPts val="1555"/>
              </a:lnSpc>
              <a:spcBef>
                <a:spcPts val="95"/>
              </a:spcBef>
              <a:buClr>
                <a:srgbClr val="009691"/>
              </a:buClr>
              <a:buFont typeface="Calibri"/>
              <a:buChar char="•"/>
              <a:tabLst>
                <a:tab pos="173990" algn="l"/>
              </a:tabLst>
            </a:pP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Validate</a:t>
            </a:r>
            <a:r>
              <a:rPr sz="1300" spc="-8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required</a:t>
            </a:r>
            <a:r>
              <a:rPr sz="1300" spc="-8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fields</a:t>
            </a:r>
            <a:r>
              <a:rPr sz="13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and allowed</a:t>
            </a:r>
            <a:r>
              <a:rPr sz="1300" spc="-7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55"/>
              </a:lnSpc>
            </a:pPr>
            <a:r>
              <a:rPr sz="1300" spc="-10" dirty="0">
                <a:solidFill>
                  <a:srgbClr val="F8FAF9"/>
                </a:solidFill>
                <a:latin typeface="Courier New"/>
                <a:cs typeface="Courier New"/>
              </a:rPr>
              <a:t>values.</a:t>
            </a:r>
            <a:endParaRPr sz="1300">
              <a:latin typeface="Courier New"/>
              <a:cs typeface="Courier New"/>
            </a:endParaRPr>
          </a:p>
          <a:p>
            <a:pPr marL="173990" indent="-161290">
              <a:lnSpc>
                <a:spcPct val="100000"/>
              </a:lnSpc>
              <a:spcBef>
                <a:spcPts val="710"/>
              </a:spcBef>
              <a:buClr>
                <a:srgbClr val="009691"/>
              </a:buClr>
              <a:buFont typeface="Calibri"/>
              <a:buChar char="•"/>
              <a:tabLst>
                <a:tab pos="173990" algn="l"/>
              </a:tabLst>
            </a:pP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Create</a:t>
            </a:r>
            <a:r>
              <a:rPr sz="1300" spc="-9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r>
              <a:rPr sz="13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with</a:t>
            </a:r>
            <a:r>
              <a:rPr sz="1300" spc="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initial</a:t>
            </a:r>
            <a:r>
              <a:rPr sz="1300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status:</a:t>
            </a:r>
            <a:r>
              <a:rPr sz="1300" spc="-7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8FAF9"/>
                </a:solidFill>
                <a:latin typeface="Courier New"/>
                <a:cs typeface="Courier New"/>
              </a:rPr>
              <a:t>Pending.</a:t>
            </a:r>
            <a:endParaRPr sz="1300">
              <a:latin typeface="Courier New"/>
              <a:cs typeface="Courier New"/>
            </a:endParaRPr>
          </a:p>
          <a:p>
            <a:pPr marL="173990" indent="-161290">
              <a:lnSpc>
                <a:spcPct val="100000"/>
              </a:lnSpc>
              <a:spcBef>
                <a:spcPts val="710"/>
              </a:spcBef>
              <a:buClr>
                <a:srgbClr val="009691"/>
              </a:buClr>
              <a:buFont typeface="Calibri"/>
              <a:buChar char="•"/>
              <a:tabLst>
                <a:tab pos="173990" algn="l"/>
              </a:tabLst>
            </a:pP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Authorize</a:t>
            </a:r>
            <a:r>
              <a:rPr sz="1300" spc="-9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3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before</a:t>
            </a:r>
            <a:r>
              <a:rPr sz="13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8FAF9"/>
                </a:solidFill>
                <a:latin typeface="Courier New"/>
                <a:cs typeface="Courier New"/>
              </a:rPr>
              <a:t>status</a:t>
            </a:r>
            <a:r>
              <a:rPr sz="1300" spc="-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F8FAF9"/>
                </a:solidFill>
                <a:latin typeface="Courier New"/>
                <a:cs typeface="Courier New"/>
              </a:rPr>
              <a:t>changes.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26504" y="3578428"/>
            <a:ext cx="4770120" cy="12960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9385" indent="-146685">
              <a:lnSpc>
                <a:spcPct val="100000"/>
              </a:lnSpc>
              <a:spcBef>
                <a:spcPts val="90"/>
              </a:spcBef>
              <a:buClr>
                <a:srgbClr val="FF8569"/>
              </a:buClr>
              <a:buFont typeface="Calibri"/>
              <a:buChar char="•"/>
              <a:tabLst>
                <a:tab pos="159385" algn="l"/>
              </a:tabLst>
            </a:pP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Create/update</a:t>
            </a:r>
            <a:r>
              <a:rPr sz="1200" spc="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by</a:t>
            </a:r>
            <a:r>
              <a:rPr sz="1200" spc="-5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ID:</a:t>
            </a:r>
            <a:r>
              <a:rPr sz="12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database</a:t>
            </a:r>
            <a:r>
              <a:rPr sz="12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2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network</a:t>
            </a:r>
            <a:r>
              <a:rPr sz="12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costs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F8FAF9"/>
                </a:solidFill>
                <a:latin typeface="Courier New"/>
                <a:cs typeface="Courier New"/>
              </a:rPr>
              <a:t>depend</a:t>
            </a:r>
            <a:r>
              <a:rPr sz="1150" spc="1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F8FAF9"/>
                </a:solidFill>
                <a:latin typeface="Courier New"/>
                <a:cs typeface="Courier New"/>
              </a:rPr>
              <a:t>on</a:t>
            </a:r>
            <a:r>
              <a:rPr sz="1150" spc="1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F8FAF9"/>
                </a:solidFill>
                <a:latin typeface="Courier New"/>
                <a:cs typeface="Courier New"/>
              </a:rPr>
              <a:t>implementation.</a:t>
            </a:r>
            <a:endParaRPr sz="1150">
              <a:latin typeface="Courier New"/>
              <a:cs typeface="Courier New"/>
            </a:endParaRPr>
          </a:p>
          <a:p>
            <a:pPr marL="159385" indent="-146685">
              <a:lnSpc>
                <a:spcPct val="100000"/>
              </a:lnSpc>
              <a:spcBef>
                <a:spcPts val="730"/>
              </a:spcBef>
              <a:buClr>
                <a:srgbClr val="FF8569"/>
              </a:buClr>
              <a:buFont typeface="Calibri"/>
              <a:buChar char="•"/>
              <a:tabLst>
                <a:tab pos="159385" algn="l"/>
              </a:tabLst>
            </a:pP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Filtering: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a</a:t>
            </a:r>
            <a:r>
              <a:rPr sz="1200" spc="-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scan</a:t>
            </a:r>
            <a:r>
              <a:rPr sz="12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may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be</a:t>
            </a:r>
            <a:r>
              <a:rPr sz="12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O(n);</a:t>
            </a:r>
            <a:r>
              <a:rPr sz="1200" spc="-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indexes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can</a:t>
            </a:r>
            <a:r>
              <a:rPr sz="1200" spc="-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improve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z="1150" dirty="0">
                <a:solidFill>
                  <a:srgbClr val="F8FAF9"/>
                </a:solidFill>
                <a:latin typeface="Courier New"/>
                <a:cs typeface="Courier New"/>
              </a:rPr>
              <a:t>common</a:t>
            </a:r>
            <a:r>
              <a:rPr sz="1150" spc="2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F8FAF9"/>
                </a:solidFill>
                <a:latin typeface="Courier New"/>
                <a:cs typeface="Courier New"/>
              </a:rPr>
              <a:t>queries.</a:t>
            </a:r>
            <a:endParaRPr sz="1150">
              <a:latin typeface="Courier New"/>
              <a:cs typeface="Courier New"/>
            </a:endParaRPr>
          </a:p>
          <a:p>
            <a:pPr marL="159385" indent="-146685">
              <a:lnSpc>
                <a:spcPct val="100000"/>
              </a:lnSpc>
              <a:spcBef>
                <a:spcPts val="730"/>
              </a:spcBef>
              <a:buClr>
                <a:srgbClr val="FF8569"/>
              </a:buClr>
              <a:buFont typeface="Calibri"/>
              <a:buChar char="•"/>
              <a:tabLst>
                <a:tab pos="159385" algn="l"/>
              </a:tabLst>
            </a:pP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Pagination</a:t>
            </a:r>
            <a:r>
              <a:rPr sz="12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limits</a:t>
            </a:r>
            <a:r>
              <a:rPr sz="1200" spc="-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response</a:t>
            </a:r>
            <a:r>
              <a:rPr sz="1200" spc="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size</a:t>
            </a:r>
            <a:r>
              <a:rPr sz="12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2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8FAF9"/>
                </a:solidFill>
                <a:latin typeface="Courier New"/>
                <a:cs typeface="Courier New"/>
              </a:rPr>
              <a:t>improves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spc="-10" dirty="0">
                <a:solidFill>
                  <a:srgbClr val="F8FAF9"/>
                </a:solidFill>
                <a:latin typeface="Courier New"/>
                <a:cs typeface="Courier New"/>
              </a:rPr>
              <a:t>usability.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1692" y="5948273"/>
            <a:ext cx="6718934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*Cloudinary</a:t>
            </a:r>
            <a:r>
              <a:rPr sz="900" spc="-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is</a:t>
            </a:r>
            <a:r>
              <a:rPr sz="900" spc="-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optional.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Present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only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services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900" spc="-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features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actually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implemented</a:t>
            </a:r>
            <a:r>
              <a:rPr sz="9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in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BDEFDC"/>
                </a:solidFill>
                <a:latin typeface="Courier New"/>
                <a:cs typeface="Courier New"/>
              </a:rPr>
              <a:t>your</a:t>
            </a:r>
            <a:r>
              <a:rPr sz="900" spc="-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BDEFDC"/>
                </a:solidFill>
                <a:latin typeface="Courier New"/>
                <a:cs typeface="Courier New"/>
              </a:rPr>
              <a:t>demo.</a:t>
            </a:r>
            <a:endParaRPr sz="9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759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DEMO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&amp;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IMPACT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06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Show</a:t>
            </a:r>
            <a:r>
              <a:rPr spc="-85" dirty="0"/>
              <a:t> </a:t>
            </a:r>
            <a:r>
              <a:rPr dirty="0"/>
              <a:t>the</a:t>
            </a:r>
            <a:r>
              <a:rPr spc="-105" dirty="0"/>
              <a:t> </a:t>
            </a:r>
            <a:r>
              <a:rPr dirty="0"/>
              <a:t>complete</a:t>
            </a:r>
            <a:r>
              <a:rPr spc="-85" dirty="0"/>
              <a:t> </a:t>
            </a:r>
            <a:r>
              <a:rPr dirty="0"/>
              <a:t>report</a:t>
            </a:r>
            <a:r>
              <a:rPr spc="-85" dirty="0"/>
              <a:t> </a:t>
            </a:r>
            <a:r>
              <a:rPr spc="-10" dirty="0"/>
              <a:t>lifecycle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7289165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Replace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illustrative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mockup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with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screenshots</a:t>
            </a:r>
            <a:r>
              <a:rPr sz="1150" spc="2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from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your</a:t>
            </a:r>
            <a:r>
              <a:rPr sz="1150" spc="1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working</a:t>
            </a:r>
            <a:r>
              <a:rPr sz="1150" spc="229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application.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4068" y="1709927"/>
            <a:ext cx="5399405" cy="3707765"/>
            <a:chOff x="544068" y="1709927"/>
            <a:chExt cx="5399405" cy="370776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709927"/>
              <a:ext cx="5399278" cy="370776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737359"/>
              <a:ext cx="5303520" cy="3611879"/>
            </a:xfrm>
            <a:custGeom>
              <a:avLst/>
              <a:gdLst/>
              <a:ahLst/>
              <a:cxnLst/>
              <a:rect l="l" t="t" r="r" b="b"/>
              <a:pathLst>
                <a:path w="5303520" h="3611879">
                  <a:moveTo>
                    <a:pt x="4701540" y="0"/>
                  </a:moveTo>
                  <a:lnTo>
                    <a:pt x="601992" y="0"/>
                  </a:lnTo>
                  <a:lnTo>
                    <a:pt x="554947" y="1810"/>
                  </a:lnTo>
                  <a:lnTo>
                    <a:pt x="508891" y="7154"/>
                  </a:lnTo>
                  <a:lnTo>
                    <a:pt x="463960" y="15897"/>
                  </a:lnTo>
                  <a:lnTo>
                    <a:pt x="420287" y="27905"/>
                  </a:lnTo>
                  <a:lnTo>
                    <a:pt x="378006" y="43045"/>
                  </a:lnTo>
                  <a:lnTo>
                    <a:pt x="337250" y="61182"/>
                  </a:lnTo>
                  <a:lnTo>
                    <a:pt x="298154" y="82183"/>
                  </a:lnTo>
                  <a:lnTo>
                    <a:pt x="260851" y="105914"/>
                  </a:lnTo>
                  <a:lnTo>
                    <a:pt x="225476" y="132241"/>
                  </a:lnTo>
                  <a:lnTo>
                    <a:pt x="192161" y="161031"/>
                  </a:lnTo>
                  <a:lnTo>
                    <a:pt x="161041" y="192149"/>
                  </a:lnTo>
                  <a:lnTo>
                    <a:pt x="132250" y="225463"/>
                  </a:lnTo>
                  <a:lnTo>
                    <a:pt x="105921" y="260837"/>
                  </a:lnTo>
                  <a:lnTo>
                    <a:pt x="82189" y="298139"/>
                  </a:lnTo>
                  <a:lnTo>
                    <a:pt x="61186" y="337234"/>
                  </a:lnTo>
                  <a:lnTo>
                    <a:pt x="43048" y="377990"/>
                  </a:lnTo>
                  <a:lnTo>
                    <a:pt x="27907" y="420271"/>
                  </a:lnTo>
                  <a:lnTo>
                    <a:pt x="15898" y="463944"/>
                  </a:lnTo>
                  <a:lnTo>
                    <a:pt x="7155" y="508876"/>
                  </a:lnTo>
                  <a:lnTo>
                    <a:pt x="1811" y="554932"/>
                  </a:lnTo>
                  <a:lnTo>
                    <a:pt x="0" y="601979"/>
                  </a:lnTo>
                  <a:lnTo>
                    <a:pt x="0" y="3009900"/>
                  </a:lnTo>
                  <a:lnTo>
                    <a:pt x="1811" y="3056947"/>
                  </a:lnTo>
                  <a:lnTo>
                    <a:pt x="7155" y="3103003"/>
                  </a:lnTo>
                  <a:lnTo>
                    <a:pt x="15898" y="3147935"/>
                  </a:lnTo>
                  <a:lnTo>
                    <a:pt x="27907" y="3191608"/>
                  </a:lnTo>
                  <a:lnTo>
                    <a:pt x="43048" y="3233889"/>
                  </a:lnTo>
                  <a:lnTo>
                    <a:pt x="61186" y="3274645"/>
                  </a:lnTo>
                  <a:lnTo>
                    <a:pt x="82189" y="3313740"/>
                  </a:lnTo>
                  <a:lnTo>
                    <a:pt x="105921" y="3351042"/>
                  </a:lnTo>
                  <a:lnTo>
                    <a:pt x="132250" y="3386416"/>
                  </a:lnTo>
                  <a:lnTo>
                    <a:pt x="161041" y="3419730"/>
                  </a:lnTo>
                  <a:lnTo>
                    <a:pt x="192161" y="3450848"/>
                  </a:lnTo>
                  <a:lnTo>
                    <a:pt x="225476" y="3479638"/>
                  </a:lnTo>
                  <a:lnTo>
                    <a:pt x="260851" y="3505965"/>
                  </a:lnTo>
                  <a:lnTo>
                    <a:pt x="298154" y="3529696"/>
                  </a:lnTo>
                  <a:lnTo>
                    <a:pt x="337250" y="3550697"/>
                  </a:lnTo>
                  <a:lnTo>
                    <a:pt x="378006" y="3568834"/>
                  </a:lnTo>
                  <a:lnTo>
                    <a:pt x="420287" y="3583974"/>
                  </a:lnTo>
                  <a:lnTo>
                    <a:pt x="463960" y="3595982"/>
                  </a:lnTo>
                  <a:lnTo>
                    <a:pt x="508891" y="3604725"/>
                  </a:lnTo>
                  <a:lnTo>
                    <a:pt x="554947" y="3610069"/>
                  </a:lnTo>
                  <a:lnTo>
                    <a:pt x="601992" y="3611879"/>
                  </a:lnTo>
                  <a:lnTo>
                    <a:pt x="4701540" y="3611879"/>
                  </a:lnTo>
                  <a:lnTo>
                    <a:pt x="4748587" y="3610069"/>
                  </a:lnTo>
                  <a:lnTo>
                    <a:pt x="4794643" y="3604725"/>
                  </a:lnTo>
                  <a:lnTo>
                    <a:pt x="4839575" y="3595982"/>
                  </a:lnTo>
                  <a:lnTo>
                    <a:pt x="4883248" y="3583974"/>
                  </a:lnTo>
                  <a:lnTo>
                    <a:pt x="4925529" y="3568834"/>
                  </a:lnTo>
                  <a:lnTo>
                    <a:pt x="4966285" y="3550697"/>
                  </a:lnTo>
                  <a:lnTo>
                    <a:pt x="5005380" y="3529696"/>
                  </a:lnTo>
                  <a:lnTo>
                    <a:pt x="5042682" y="3505965"/>
                  </a:lnTo>
                  <a:lnTo>
                    <a:pt x="5078056" y="3479638"/>
                  </a:lnTo>
                  <a:lnTo>
                    <a:pt x="5111370" y="3450848"/>
                  </a:lnTo>
                  <a:lnTo>
                    <a:pt x="5142488" y="3419730"/>
                  </a:lnTo>
                  <a:lnTo>
                    <a:pt x="5171278" y="3386416"/>
                  </a:lnTo>
                  <a:lnTo>
                    <a:pt x="5197605" y="3351042"/>
                  </a:lnTo>
                  <a:lnTo>
                    <a:pt x="5221336" y="3313740"/>
                  </a:lnTo>
                  <a:lnTo>
                    <a:pt x="5242337" y="3274645"/>
                  </a:lnTo>
                  <a:lnTo>
                    <a:pt x="5260474" y="3233889"/>
                  </a:lnTo>
                  <a:lnTo>
                    <a:pt x="5275614" y="3191608"/>
                  </a:lnTo>
                  <a:lnTo>
                    <a:pt x="5287622" y="3147935"/>
                  </a:lnTo>
                  <a:lnTo>
                    <a:pt x="5296365" y="3103003"/>
                  </a:lnTo>
                  <a:lnTo>
                    <a:pt x="5301709" y="3056947"/>
                  </a:lnTo>
                  <a:lnTo>
                    <a:pt x="5303520" y="3009900"/>
                  </a:lnTo>
                  <a:lnTo>
                    <a:pt x="5303520" y="601979"/>
                  </a:lnTo>
                  <a:lnTo>
                    <a:pt x="5301709" y="554932"/>
                  </a:lnTo>
                  <a:lnTo>
                    <a:pt x="5296365" y="508876"/>
                  </a:lnTo>
                  <a:lnTo>
                    <a:pt x="5287622" y="463944"/>
                  </a:lnTo>
                  <a:lnTo>
                    <a:pt x="5275614" y="420271"/>
                  </a:lnTo>
                  <a:lnTo>
                    <a:pt x="5260474" y="377990"/>
                  </a:lnTo>
                  <a:lnTo>
                    <a:pt x="5242337" y="337234"/>
                  </a:lnTo>
                  <a:lnTo>
                    <a:pt x="5221336" y="298139"/>
                  </a:lnTo>
                  <a:lnTo>
                    <a:pt x="5197605" y="260837"/>
                  </a:lnTo>
                  <a:lnTo>
                    <a:pt x="5171278" y="225463"/>
                  </a:lnTo>
                  <a:lnTo>
                    <a:pt x="5142488" y="192149"/>
                  </a:lnTo>
                  <a:lnTo>
                    <a:pt x="5111370" y="161031"/>
                  </a:lnTo>
                  <a:lnTo>
                    <a:pt x="5078056" y="132241"/>
                  </a:lnTo>
                  <a:lnTo>
                    <a:pt x="5042682" y="105914"/>
                  </a:lnTo>
                  <a:lnTo>
                    <a:pt x="5005380" y="82183"/>
                  </a:lnTo>
                  <a:lnTo>
                    <a:pt x="4966285" y="61182"/>
                  </a:lnTo>
                  <a:lnTo>
                    <a:pt x="4925529" y="43045"/>
                  </a:lnTo>
                  <a:lnTo>
                    <a:pt x="4883248" y="27905"/>
                  </a:lnTo>
                  <a:lnTo>
                    <a:pt x="4839575" y="15897"/>
                  </a:lnTo>
                  <a:lnTo>
                    <a:pt x="4794643" y="7154"/>
                  </a:lnTo>
                  <a:lnTo>
                    <a:pt x="4748587" y="1810"/>
                  </a:lnTo>
                  <a:lnTo>
                    <a:pt x="4701540" y="0"/>
                  </a:lnTo>
                  <a:close/>
                </a:path>
              </a:pathLst>
            </a:custGeom>
            <a:solidFill>
              <a:srgbClr val="ED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737359"/>
              <a:ext cx="5303520" cy="3611879"/>
            </a:xfrm>
            <a:custGeom>
              <a:avLst/>
              <a:gdLst/>
              <a:ahLst/>
              <a:cxnLst/>
              <a:rect l="l" t="t" r="r" b="b"/>
              <a:pathLst>
                <a:path w="5303520" h="3611879">
                  <a:moveTo>
                    <a:pt x="0" y="601979"/>
                  </a:moveTo>
                  <a:lnTo>
                    <a:pt x="1811" y="554932"/>
                  </a:lnTo>
                  <a:lnTo>
                    <a:pt x="7155" y="508876"/>
                  </a:lnTo>
                  <a:lnTo>
                    <a:pt x="15898" y="463944"/>
                  </a:lnTo>
                  <a:lnTo>
                    <a:pt x="27907" y="420271"/>
                  </a:lnTo>
                  <a:lnTo>
                    <a:pt x="43048" y="377990"/>
                  </a:lnTo>
                  <a:lnTo>
                    <a:pt x="61186" y="337234"/>
                  </a:lnTo>
                  <a:lnTo>
                    <a:pt x="82189" y="298139"/>
                  </a:lnTo>
                  <a:lnTo>
                    <a:pt x="105921" y="260837"/>
                  </a:lnTo>
                  <a:lnTo>
                    <a:pt x="132250" y="225463"/>
                  </a:lnTo>
                  <a:lnTo>
                    <a:pt x="161041" y="192149"/>
                  </a:lnTo>
                  <a:lnTo>
                    <a:pt x="192161" y="161031"/>
                  </a:lnTo>
                  <a:lnTo>
                    <a:pt x="225476" y="132241"/>
                  </a:lnTo>
                  <a:lnTo>
                    <a:pt x="260851" y="105914"/>
                  </a:lnTo>
                  <a:lnTo>
                    <a:pt x="298154" y="82183"/>
                  </a:lnTo>
                  <a:lnTo>
                    <a:pt x="337250" y="61182"/>
                  </a:lnTo>
                  <a:lnTo>
                    <a:pt x="378006" y="43045"/>
                  </a:lnTo>
                  <a:lnTo>
                    <a:pt x="420287" y="27905"/>
                  </a:lnTo>
                  <a:lnTo>
                    <a:pt x="463960" y="15897"/>
                  </a:lnTo>
                  <a:lnTo>
                    <a:pt x="508891" y="7154"/>
                  </a:lnTo>
                  <a:lnTo>
                    <a:pt x="554947" y="1810"/>
                  </a:lnTo>
                  <a:lnTo>
                    <a:pt x="601992" y="0"/>
                  </a:lnTo>
                  <a:lnTo>
                    <a:pt x="4701540" y="0"/>
                  </a:lnTo>
                  <a:lnTo>
                    <a:pt x="4748587" y="1810"/>
                  </a:lnTo>
                  <a:lnTo>
                    <a:pt x="4794643" y="7154"/>
                  </a:lnTo>
                  <a:lnTo>
                    <a:pt x="4839575" y="15897"/>
                  </a:lnTo>
                  <a:lnTo>
                    <a:pt x="4883248" y="27905"/>
                  </a:lnTo>
                  <a:lnTo>
                    <a:pt x="4925529" y="43045"/>
                  </a:lnTo>
                  <a:lnTo>
                    <a:pt x="4966285" y="61182"/>
                  </a:lnTo>
                  <a:lnTo>
                    <a:pt x="5005380" y="82183"/>
                  </a:lnTo>
                  <a:lnTo>
                    <a:pt x="5042682" y="105914"/>
                  </a:lnTo>
                  <a:lnTo>
                    <a:pt x="5078056" y="132241"/>
                  </a:lnTo>
                  <a:lnTo>
                    <a:pt x="5111370" y="161031"/>
                  </a:lnTo>
                  <a:lnTo>
                    <a:pt x="5142488" y="192149"/>
                  </a:lnTo>
                  <a:lnTo>
                    <a:pt x="5171278" y="225463"/>
                  </a:lnTo>
                  <a:lnTo>
                    <a:pt x="5197605" y="260837"/>
                  </a:lnTo>
                  <a:lnTo>
                    <a:pt x="5221336" y="298139"/>
                  </a:lnTo>
                  <a:lnTo>
                    <a:pt x="5242337" y="337234"/>
                  </a:lnTo>
                  <a:lnTo>
                    <a:pt x="5260474" y="377990"/>
                  </a:lnTo>
                  <a:lnTo>
                    <a:pt x="5275614" y="420271"/>
                  </a:lnTo>
                  <a:lnTo>
                    <a:pt x="5287622" y="463944"/>
                  </a:lnTo>
                  <a:lnTo>
                    <a:pt x="5296365" y="508876"/>
                  </a:lnTo>
                  <a:lnTo>
                    <a:pt x="5301709" y="554932"/>
                  </a:lnTo>
                  <a:lnTo>
                    <a:pt x="5303520" y="601979"/>
                  </a:lnTo>
                  <a:lnTo>
                    <a:pt x="5303520" y="3009900"/>
                  </a:lnTo>
                  <a:lnTo>
                    <a:pt x="5301709" y="3056947"/>
                  </a:lnTo>
                  <a:lnTo>
                    <a:pt x="5296365" y="3103003"/>
                  </a:lnTo>
                  <a:lnTo>
                    <a:pt x="5287622" y="3147935"/>
                  </a:lnTo>
                  <a:lnTo>
                    <a:pt x="5275614" y="3191608"/>
                  </a:lnTo>
                  <a:lnTo>
                    <a:pt x="5260474" y="3233889"/>
                  </a:lnTo>
                  <a:lnTo>
                    <a:pt x="5242337" y="3274645"/>
                  </a:lnTo>
                  <a:lnTo>
                    <a:pt x="5221336" y="3313740"/>
                  </a:lnTo>
                  <a:lnTo>
                    <a:pt x="5197605" y="3351042"/>
                  </a:lnTo>
                  <a:lnTo>
                    <a:pt x="5171278" y="3386416"/>
                  </a:lnTo>
                  <a:lnTo>
                    <a:pt x="5142488" y="3419730"/>
                  </a:lnTo>
                  <a:lnTo>
                    <a:pt x="5111370" y="3450848"/>
                  </a:lnTo>
                  <a:lnTo>
                    <a:pt x="5078056" y="3479638"/>
                  </a:lnTo>
                  <a:lnTo>
                    <a:pt x="5042682" y="3505965"/>
                  </a:lnTo>
                  <a:lnTo>
                    <a:pt x="5005380" y="3529696"/>
                  </a:lnTo>
                  <a:lnTo>
                    <a:pt x="4966285" y="3550697"/>
                  </a:lnTo>
                  <a:lnTo>
                    <a:pt x="4925529" y="3568834"/>
                  </a:lnTo>
                  <a:lnTo>
                    <a:pt x="4883248" y="3583974"/>
                  </a:lnTo>
                  <a:lnTo>
                    <a:pt x="4839575" y="3595982"/>
                  </a:lnTo>
                  <a:lnTo>
                    <a:pt x="4794643" y="3604725"/>
                  </a:lnTo>
                  <a:lnTo>
                    <a:pt x="4748587" y="3610069"/>
                  </a:lnTo>
                  <a:lnTo>
                    <a:pt x="4701540" y="3611879"/>
                  </a:lnTo>
                  <a:lnTo>
                    <a:pt x="601992" y="3611879"/>
                  </a:lnTo>
                  <a:lnTo>
                    <a:pt x="554947" y="3610069"/>
                  </a:lnTo>
                  <a:lnTo>
                    <a:pt x="508891" y="3604725"/>
                  </a:lnTo>
                  <a:lnTo>
                    <a:pt x="463960" y="3595982"/>
                  </a:lnTo>
                  <a:lnTo>
                    <a:pt x="420287" y="3583974"/>
                  </a:lnTo>
                  <a:lnTo>
                    <a:pt x="378006" y="3568834"/>
                  </a:lnTo>
                  <a:lnTo>
                    <a:pt x="337250" y="3550697"/>
                  </a:lnTo>
                  <a:lnTo>
                    <a:pt x="298154" y="3529696"/>
                  </a:lnTo>
                  <a:lnTo>
                    <a:pt x="260851" y="3505965"/>
                  </a:lnTo>
                  <a:lnTo>
                    <a:pt x="225476" y="3479638"/>
                  </a:lnTo>
                  <a:lnTo>
                    <a:pt x="192161" y="3450848"/>
                  </a:lnTo>
                  <a:lnTo>
                    <a:pt x="161041" y="3419730"/>
                  </a:lnTo>
                  <a:lnTo>
                    <a:pt x="132250" y="3386416"/>
                  </a:lnTo>
                  <a:lnTo>
                    <a:pt x="105921" y="3351042"/>
                  </a:lnTo>
                  <a:lnTo>
                    <a:pt x="82189" y="3313740"/>
                  </a:lnTo>
                  <a:lnTo>
                    <a:pt x="61186" y="3274645"/>
                  </a:lnTo>
                  <a:lnTo>
                    <a:pt x="43048" y="3233889"/>
                  </a:lnTo>
                  <a:lnTo>
                    <a:pt x="27907" y="3191608"/>
                  </a:lnTo>
                  <a:lnTo>
                    <a:pt x="15898" y="3147935"/>
                  </a:lnTo>
                  <a:lnTo>
                    <a:pt x="7155" y="3103003"/>
                  </a:lnTo>
                  <a:lnTo>
                    <a:pt x="1811" y="3056947"/>
                  </a:lnTo>
                  <a:lnTo>
                    <a:pt x="0" y="3009900"/>
                  </a:lnTo>
                  <a:lnTo>
                    <a:pt x="0" y="601979"/>
                  </a:lnTo>
                  <a:close/>
                </a:path>
              </a:pathLst>
            </a:custGeom>
            <a:ln w="9144">
              <a:solidFill>
                <a:srgbClr val="0096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714550"/>
              <a:ext cx="5390134" cy="47073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60" y="1737359"/>
              <a:ext cx="5303520" cy="384175"/>
            </a:xfrm>
            <a:custGeom>
              <a:avLst/>
              <a:gdLst/>
              <a:ahLst/>
              <a:cxnLst/>
              <a:rect l="l" t="t" r="r" b="b"/>
              <a:pathLst>
                <a:path w="5303520" h="384175">
                  <a:moveTo>
                    <a:pt x="530352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5303520" y="384048"/>
                  </a:lnTo>
                  <a:lnTo>
                    <a:pt x="5303520" y="0"/>
                  </a:lnTo>
                  <a:close/>
                </a:path>
              </a:pathLst>
            </a:custGeom>
            <a:solidFill>
              <a:srgbClr val="D0E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1520" y="1833346"/>
              <a:ext cx="187223" cy="1872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7240" y="1856231"/>
              <a:ext cx="100584" cy="10058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2688" y="1833346"/>
              <a:ext cx="187223" cy="18722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8408" y="1856231"/>
              <a:ext cx="100583" cy="10058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3855" y="1833346"/>
              <a:ext cx="187223" cy="18722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79576" y="1856231"/>
              <a:ext cx="100584" cy="10058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947724" y="2343658"/>
            <a:ext cx="1854200" cy="2559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00" b="1" dirty="0">
                <a:solidFill>
                  <a:srgbClr val="0D252F"/>
                </a:solidFill>
                <a:latin typeface="Courier New"/>
                <a:cs typeface="Courier New"/>
              </a:rPr>
              <a:t>NEW</a:t>
            </a:r>
            <a:r>
              <a:rPr sz="1500" b="1" spc="-40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0D252F"/>
                </a:solidFill>
                <a:latin typeface="Courier New"/>
                <a:cs typeface="Courier New"/>
              </a:rPr>
              <a:t>WASTE</a:t>
            </a:r>
            <a:r>
              <a:rPr sz="1500" b="1" spc="-40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0D252F"/>
                </a:solidFill>
                <a:latin typeface="Courier New"/>
                <a:cs typeface="Courier New"/>
              </a:rPr>
              <a:t>REPORT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7724" y="2809697"/>
            <a:ext cx="574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51686E"/>
                </a:solidFill>
                <a:latin typeface="Courier New"/>
                <a:cs typeface="Courier New"/>
              </a:rPr>
              <a:t>Location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98548" y="2724861"/>
            <a:ext cx="3250565" cy="425450"/>
            <a:chOff x="2098548" y="2724861"/>
            <a:chExt cx="3250565" cy="42545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8548" y="2724861"/>
              <a:ext cx="3250565" cy="42499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48840" y="2752343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3099816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04" y="295697"/>
                  </a:lnTo>
                  <a:lnTo>
                    <a:pt x="16049" y="313134"/>
                  </a:lnTo>
                  <a:lnTo>
                    <a:pt x="33486" y="324879"/>
                  </a:lnTo>
                  <a:lnTo>
                    <a:pt x="54864" y="329183"/>
                  </a:lnTo>
                  <a:lnTo>
                    <a:pt x="3099816" y="329183"/>
                  </a:lnTo>
                  <a:lnTo>
                    <a:pt x="3121193" y="324879"/>
                  </a:lnTo>
                  <a:lnTo>
                    <a:pt x="3138630" y="313134"/>
                  </a:lnTo>
                  <a:lnTo>
                    <a:pt x="3150375" y="295697"/>
                  </a:lnTo>
                  <a:lnTo>
                    <a:pt x="3154680" y="274319"/>
                  </a:lnTo>
                  <a:lnTo>
                    <a:pt x="3154680" y="54863"/>
                  </a:lnTo>
                  <a:lnTo>
                    <a:pt x="3150375" y="33486"/>
                  </a:lnTo>
                  <a:lnTo>
                    <a:pt x="3138630" y="16049"/>
                  </a:lnTo>
                  <a:lnTo>
                    <a:pt x="3121193" y="4304"/>
                  </a:lnTo>
                  <a:lnTo>
                    <a:pt x="3099816" y="0"/>
                  </a:lnTo>
                  <a:close/>
                </a:path>
              </a:pathLst>
            </a:custGeom>
            <a:solidFill>
              <a:srgbClr val="F8F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148840" y="2752343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099816" y="0"/>
                  </a:lnTo>
                  <a:lnTo>
                    <a:pt x="3121193" y="4304"/>
                  </a:lnTo>
                  <a:lnTo>
                    <a:pt x="3138630" y="16049"/>
                  </a:lnTo>
                  <a:lnTo>
                    <a:pt x="3150375" y="33486"/>
                  </a:lnTo>
                  <a:lnTo>
                    <a:pt x="3154680" y="54863"/>
                  </a:lnTo>
                  <a:lnTo>
                    <a:pt x="3154680" y="274319"/>
                  </a:lnTo>
                  <a:lnTo>
                    <a:pt x="3150375" y="295697"/>
                  </a:lnTo>
                  <a:lnTo>
                    <a:pt x="3138630" y="313134"/>
                  </a:lnTo>
                  <a:lnTo>
                    <a:pt x="3121193" y="324879"/>
                  </a:lnTo>
                  <a:lnTo>
                    <a:pt x="3099816" y="329183"/>
                  </a:lnTo>
                  <a:lnTo>
                    <a:pt x="54864" y="329183"/>
                  </a:lnTo>
                  <a:lnTo>
                    <a:pt x="33486" y="324879"/>
                  </a:lnTo>
                  <a:lnTo>
                    <a:pt x="16049" y="313134"/>
                  </a:lnTo>
                  <a:lnTo>
                    <a:pt x="4304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C3D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01620" y="2814955"/>
            <a:ext cx="14077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D252F"/>
                </a:solidFill>
                <a:latin typeface="Courier New"/>
                <a:cs typeface="Courier New"/>
              </a:rPr>
              <a:t>Near</a:t>
            </a:r>
            <a:r>
              <a:rPr sz="1000" spc="-45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D252F"/>
                </a:solidFill>
                <a:latin typeface="Courier New"/>
                <a:cs typeface="Courier New"/>
              </a:rPr>
              <a:t>park </a:t>
            </a:r>
            <a:r>
              <a:rPr sz="1000" spc="-10" dirty="0">
                <a:solidFill>
                  <a:srgbClr val="0D252F"/>
                </a:solidFill>
                <a:latin typeface="Courier New"/>
                <a:cs typeface="Courier New"/>
              </a:rPr>
              <a:t>entrance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213347" y="1755648"/>
            <a:ext cx="2519045" cy="1330325"/>
            <a:chOff x="6213347" y="1755648"/>
            <a:chExt cx="2519045" cy="1330325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13347" y="1755648"/>
              <a:ext cx="2519045" cy="133019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263639" y="178308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221741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40"/>
                  </a:lnTo>
                  <a:lnTo>
                    <a:pt x="2217419" y="1234440"/>
                  </a:lnTo>
                  <a:lnTo>
                    <a:pt x="2264606" y="1229008"/>
                  </a:lnTo>
                  <a:lnTo>
                    <a:pt x="2307915" y="1213534"/>
                  </a:lnTo>
                  <a:lnTo>
                    <a:pt x="2346115" y="1189253"/>
                  </a:lnTo>
                  <a:lnTo>
                    <a:pt x="2377973" y="1157395"/>
                  </a:lnTo>
                  <a:lnTo>
                    <a:pt x="2402254" y="1119195"/>
                  </a:lnTo>
                  <a:lnTo>
                    <a:pt x="2417728" y="1075886"/>
                  </a:lnTo>
                  <a:lnTo>
                    <a:pt x="2423160" y="1028700"/>
                  </a:lnTo>
                  <a:lnTo>
                    <a:pt x="2423160" y="205740"/>
                  </a:lnTo>
                  <a:lnTo>
                    <a:pt x="2417728" y="158553"/>
                  </a:lnTo>
                  <a:lnTo>
                    <a:pt x="2402254" y="115244"/>
                  </a:lnTo>
                  <a:lnTo>
                    <a:pt x="2377973" y="77044"/>
                  </a:lnTo>
                  <a:lnTo>
                    <a:pt x="2346115" y="45186"/>
                  </a:lnTo>
                  <a:lnTo>
                    <a:pt x="2307915" y="20905"/>
                  </a:lnTo>
                  <a:lnTo>
                    <a:pt x="2264606" y="5431"/>
                  </a:lnTo>
                  <a:lnTo>
                    <a:pt x="22174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263639" y="178308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2217419" y="0"/>
                  </a:lnTo>
                  <a:lnTo>
                    <a:pt x="2264606" y="5431"/>
                  </a:lnTo>
                  <a:lnTo>
                    <a:pt x="2307915" y="20905"/>
                  </a:lnTo>
                  <a:lnTo>
                    <a:pt x="2346115" y="45186"/>
                  </a:lnTo>
                  <a:lnTo>
                    <a:pt x="2377973" y="77044"/>
                  </a:lnTo>
                  <a:lnTo>
                    <a:pt x="2402254" y="115244"/>
                  </a:lnTo>
                  <a:lnTo>
                    <a:pt x="2417728" y="158553"/>
                  </a:lnTo>
                  <a:lnTo>
                    <a:pt x="2423160" y="205740"/>
                  </a:lnTo>
                  <a:lnTo>
                    <a:pt x="2423160" y="1028700"/>
                  </a:lnTo>
                  <a:lnTo>
                    <a:pt x="2417728" y="1075886"/>
                  </a:lnTo>
                  <a:lnTo>
                    <a:pt x="2402254" y="1119195"/>
                  </a:lnTo>
                  <a:lnTo>
                    <a:pt x="2377973" y="1157395"/>
                  </a:lnTo>
                  <a:lnTo>
                    <a:pt x="2346115" y="1189253"/>
                  </a:lnTo>
                  <a:lnTo>
                    <a:pt x="2307915" y="1213534"/>
                  </a:lnTo>
                  <a:lnTo>
                    <a:pt x="2264606" y="1229008"/>
                  </a:lnTo>
                  <a:lnTo>
                    <a:pt x="2217419" y="1234440"/>
                  </a:lnTo>
                  <a:lnTo>
                    <a:pt x="205739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7919" y="1869884"/>
              <a:ext cx="150583" cy="1101661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263639" y="1892808"/>
              <a:ext cx="64135" cy="1015365"/>
            </a:xfrm>
            <a:custGeom>
              <a:avLst/>
              <a:gdLst/>
              <a:ahLst/>
              <a:cxnLst/>
              <a:rect l="l" t="t" r="r" b="b"/>
              <a:pathLst>
                <a:path w="64135" h="1015364">
                  <a:moveTo>
                    <a:pt x="64008" y="0"/>
                  </a:moveTo>
                  <a:lnTo>
                    <a:pt x="0" y="0"/>
                  </a:lnTo>
                  <a:lnTo>
                    <a:pt x="0" y="1014984"/>
                  </a:lnTo>
                  <a:lnTo>
                    <a:pt x="64008" y="1014984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500240" y="1945639"/>
            <a:ext cx="7296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PENDING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500240" y="2311095"/>
            <a:ext cx="1636395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New</a:t>
            </a:r>
            <a:r>
              <a:rPr sz="1100" spc="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report</a:t>
            </a:r>
            <a:r>
              <a:rPr sz="1100" spc="-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received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865107" y="1755648"/>
            <a:ext cx="2519045" cy="1330325"/>
            <a:chOff x="8865107" y="1755648"/>
            <a:chExt cx="2519045" cy="1330325"/>
          </a:xfrm>
        </p:grpSpPr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65107" y="1755648"/>
              <a:ext cx="2519045" cy="133019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8915399" y="178308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2217420" y="0"/>
                  </a:moveTo>
                  <a:lnTo>
                    <a:pt x="205740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0" y="1028700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40" y="1234440"/>
                  </a:lnTo>
                  <a:lnTo>
                    <a:pt x="2217420" y="1234440"/>
                  </a:lnTo>
                  <a:lnTo>
                    <a:pt x="2264606" y="1229008"/>
                  </a:lnTo>
                  <a:lnTo>
                    <a:pt x="2307915" y="1213534"/>
                  </a:lnTo>
                  <a:lnTo>
                    <a:pt x="2346115" y="1189253"/>
                  </a:lnTo>
                  <a:lnTo>
                    <a:pt x="2377973" y="1157395"/>
                  </a:lnTo>
                  <a:lnTo>
                    <a:pt x="2402254" y="1119195"/>
                  </a:lnTo>
                  <a:lnTo>
                    <a:pt x="2417728" y="1075886"/>
                  </a:lnTo>
                  <a:lnTo>
                    <a:pt x="2423159" y="1028700"/>
                  </a:lnTo>
                  <a:lnTo>
                    <a:pt x="2423159" y="205740"/>
                  </a:lnTo>
                  <a:lnTo>
                    <a:pt x="2417728" y="158553"/>
                  </a:lnTo>
                  <a:lnTo>
                    <a:pt x="2402254" y="115244"/>
                  </a:lnTo>
                  <a:lnTo>
                    <a:pt x="2377973" y="77044"/>
                  </a:lnTo>
                  <a:lnTo>
                    <a:pt x="2346115" y="45186"/>
                  </a:lnTo>
                  <a:lnTo>
                    <a:pt x="2307915" y="20905"/>
                  </a:lnTo>
                  <a:lnTo>
                    <a:pt x="2264606" y="5431"/>
                  </a:lnTo>
                  <a:lnTo>
                    <a:pt x="221742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8915399" y="178308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0" y="205740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40" y="0"/>
                  </a:lnTo>
                  <a:lnTo>
                    <a:pt x="2217420" y="0"/>
                  </a:lnTo>
                  <a:lnTo>
                    <a:pt x="2264606" y="5431"/>
                  </a:lnTo>
                  <a:lnTo>
                    <a:pt x="2307915" y="20905"/>
                  </a:lnTo>
                  <a:lnTo>
                    <a:pt x="2346115" y="45186"/>
                  </a:lnTo>
                  <a:lnTo>
                    <a:pt x="2377973" y="77044"/>
                  </a:lnTo>
                  <a:lnTo>
                    <a:pt x="2402254" y="115244"/>
                  </a:lnTo>
                  <a:lnTo>
                    <a:pt x="2417728" y="158553"/>
                  </a:lnTo>
                  <a:lnTo>
                    <a:pt x="2423159" y="205740"/>
                  </a:lnTo>
                  <a:lnTo>
                    <a:pt x="2423159" y="1028700"/>
                  </a:lnTo>
                  <a:lnTo>
                    <a:pt x="2417728" y="1075886"/>
                  </a:lnTo>
                  <a:lnTo>
                    <a:pt x="2402254" y="1119195"/>
                  </a:lnTo>
                  <a:lnTo>
                    <a:pt x="2377973" y="1157395"/>
                  </a:lnTo>
                  <a:lnTo>
                    <a:pt x="2346115" y="1189253"/>
                  </a:lnTo>
                  <a:lnTo>
                    <a:pt x="2307915" y="1213534"/>
                  </a:lnTo>
                  <a:lnTo>
                    <a:pt x="2264606" y="1229008"/>
                  </a:lnTo>
                  <a:lnTo>
                    <a:pt x="2217420" y="1234440"/>
                  </a:lnTo>
                  <a:lnTo>
                    <a:pt x="205740" y="1234440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700"/>
                  </a:lnTo>
                  <a:lnTo>
                    <a:pt x="0" y="20574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69679" y="1869884"/>
              <a:ext cx="150583" cy="1101661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8915399" y="1892808"/>
              <a:ext cx="64135" cy="1015365"/>
            </a:xfrm>
            <a:custGeom>
              <a:avLst/>
              <a:gdLst/>
              <a:ahLst/>
              <a:cxnLst/>
              <a:rect l="l" t="t" r="r" b="b"/>
              <a:pathLst>
                <a:path w="64134" h="1015364">
                  <a:moveTo>
                    <a:pt x="64007" y="0"/>
                  </a:moveTo>
                  <a:lnTo>
                    <a:pt x="0" y="0"/>
                  </a:lnTo>
                  <a:lnTo>
                    <a:pt x="0" y="1014984"/>
                  </a:lnTo>
                  <a:lnTo>
                    <a:pt x="64007" y="101498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9152890" y="1945639"/>
            <a:ext cx="11195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8FAF9"/>
                </a:solidFill>
                <a:latin typeface="Courier New"/>
                <a:cs typeface="Courier New"/>
              </a:rPr>
              <a:t>IN</a:t>
            </a:r>
            <a:r>
              <a:rPr sz="1300" b="1" spc="-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PROGRESS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152890" y="2311095"/>
            <a:ext cx="138557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Cleanup</a:t>
            </a:r>
            <a:r>
              <a:rPr sz="1100" spc="-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underway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7724" y="3340989"/>
            <a:ext cx="711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Waste</a:t>
            </a:r>
            <a:r>
              <a:rPr sz="900" b="1" spc="-2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spc="-20" dirty="0">
                <a:solidFill>
                  <a:srgbClr val="51686E"/>
                </a:solidFill>
                <a:latin typeface="Courier New"/>
                <a:cs typeface="Courier New"/>
              </a:rPr>
              <a:t>type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098548" y="3255213"/>
            <a:ext cx="3250565" cy="425450"/>
            <a:chOff x="2098548" y="3255213"/>
            <a:chExt cx="3250565" cy="425450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8548" y="3255213"/>
              <a:ext cx="3250565" cy="42499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148840" y="3282696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3099816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04" y="295697"/>
                  </a:lnTo>
                  <a:lnTo>
                    <a:pt x="16049" y="313134"/>
                  </a:lnTo>
                  <a:lnTo>
                    <a:pt x="33486" y="324879"/>
                  </a:lnTo>
                  <a:lnTo>
                    <a:pt x="54864" y="329183"/>
                  </a:lnTo>
                  <a:lnTo>
                    <a:pt x="3099816" y="329183"/>
                  </a:lnTo>
                  <a:lnTo>
                    <a:pt x="3121193" y="324879"/>
                  </a:lnTo>
                  <a:lnTo>
                    <a:pt x="3138630" y="313134"/>
                  </a:lnTo>
                  <a:lnTo>
                    <a:pt x="3150375" y="295697"/>
                  </a:lnTo>
                  <a:lnTo>
                    <a:pt x="3154680" y="274319"/>
                  </a:lnTo>
                  <a:lnTo>
                    <a:pt x="3154680" y="54863"/>
                  </a:lnTo>
                  <a:lnTo>
                    <a:pt x="3150375" y="33486"/>
                  </a:lnTo>
                  <a:lnTo>
                    <a:pt x="3138630" y="16049"/>
                  </a:lnTo>
                  <a:lnTo>
                    <a:pt x="3121193" y="4304"/>
                  </a:lnTo>
                  <a:lnTo>
                    <a:pt x="3099816" y="0"/>
                  </a:lnTo>
                  <a:close/>
                </a:path>
              </a:pathLst>
            </a:custGeom>
            <a:solidFill>
              <a:srgbClr val="F8F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148840" y="3282696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099816" y="0"/>
                  </a:lnTo>
                  <a:lnTo>
                    <a:pt x="3121193" y="4304"/>
                  </a:lnTo>
                  <a:lnTo>
                    <a:pt x="3138630" y="16049"/>
                  </a:lnTo>
                  <a:lnTo>
                    <a:pt x="3150375" y="33486"/>
                  </a:lnTo>
                  <a:lnTo>
                    <a:pt x="3154680" y="54863"/>
                  </a:lnTo>
                  <a:lnTo>
                    <a:pt x="3154680" y="274319"/>
                  </a:lnTo>
                  <a:lnTo>
                    <a:pt x="3150375" y="295697"/>
                  </a:lnTo>
                  <a:lnTo>
                    <a:pt x="3138630" y="313134"/>
                  </a:lnTo>
                  <a:lnTo>
                    <a:pt x="3121193" y="324879"/>
                  </a:lnTo>
                  <a:lnTo>
                    <a:pt x="3099816" y="329183"/>
                  </a:lnTo>
                  <a:lnTo>
                    <a:pt x="54864" y="329183"/>
                  </a:lnTo>
                  <a:lnTo>
                    <a:pt x="33486" y="324879"/>
                  </a:lnTo>
                  <a:lnTo>
                    <a:pt x="16049" y="313134"/>
                  </a:lnTo>
                  <a:lnTo>
                    <a:pt x="4304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C3D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2301620" y="3345561"/>
            <a:ext cx="11779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D252F"/>
                </a:solidFill>
                <a:latin typeface="Courier New"/>
                <a:cs typeface="Courier New"/>
              </a:rPr>
              <a:t>Household</a:t>
            </a:r>
            <a:r>
              <a:rPr sz="1000" spc="-50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D252F"/>
                </a:solidFill>
                <a:latin typeface="Courier New"/>
                <a:cs typeface="Courier New"/>
              </a:rPr>
              <a:t>waste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47724" y="3871721"/>
            <a:ext cx="7797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51686E"/>
                </a:solidFill>
                <a:latin typeface="Courier New"/>
                <a:cs typeface="Courier New"/>
              </a:rPr>
              <a:t>Description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098548" y="3785565"/>
            <a:ext cx="3250565" cy="425450"/>
            <a:chOff x="2098548" y="3785565"/>
            <a:chExt cx="3250565" cy="425450"/>
          </a:xfrm>
        </p:grpSpPr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8548" y="3785565"/>
              <a:ext cx="3250565" cy="42499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148840" y="3813047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3099816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04" y="295697"/>
                  </a:lnTo>
                  <a:lnTo>
                    <a:pt x="16049" y="313134"/>
                  </a:lnTo>
                  <a:lnTo>
                    <a:pt x="33486" y="324879"/>
                  </a:lnTo>
                  <a:lnTo>
                    <a:pt x="54864" y="329183"/>
                  </a:lnTo>
                  <a:lnTo>
                    <a:pt x="3099816" y="329183"/>
                  </a:lnTo>
                  <a:lnTo>
                    <a:pt x="3121193" y="324879"/>
                  </a:lnTo>
                  <a:lnTo>
                    <a:pt x="3138630" y="313134"/>
                  </a:lnTo>
                  <a:lnTo>
                    <a:pt x="3150375" y="295697"/>
                  </a:lnTo>
                  <a:lnTo>
                    <a:pt x="3154680" y="274319"/>
                  </a:lnTo>
                  <a:lnTo>
                    <a:pt x="3154680" y="54863"/>
                  </a:lnTo>
                  <a:lnTo>
                    <a:pt x="3150375" y="33486"/>
                  </a:lnTo>
                  <a:lnTo>
                    <a:pt x="3138630" y="16049"/>
                  </a:lnTo>
                  <a:lnTo>
                    <a:pt x="3121193" y="4304"/>
                  </a:lnTo>
                  <a:lnTo>
                    <a:pt x="3099816" y="0"/>
                  </a:lnTo>
                  <a:close/>
                </a:path>
              </a:pathLst>
            </a:custGeom>
            <a:solidFill>
              <a:srgbClr val="F8F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48840" y="3813047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099816" y="0"/>
                  </a:lnTo>
                  <a:lnTo>
                    <a:pt x="3121193" y="4304"/>
                  </a:lnTo>
                  <a:lnTo>
                    <a:pt x="3138630" y="16049"/>
                  </a:lnTo>
                  <a:lnTo>
                    <a:pt x="3150375" y="33486"/>
                  </a:lnTo>
                  <a:lnTo>
                    <a:pt x="3154680" y="54863"/>
                  </a:lnTo>
                  <a:lnTo>
                    <a:pt x="3154680" y="274319"/>
                  </a:lnTo>
                  <a:lnTo>
                    <a:pt x="3150375" y="295697"/>
                  </a:lnTo>
                  <a:lnTo>
                    <a:pt x="3138630" y="313134"/>
                  </a:lnTo>
                  <a:lnTo>
                    <a:pt x="3121193" y="324879"/>
                  </a:lnTo>
                  <a:lnTo>
                    <a:pt x="3099816" y="329183"/>
                  </a:lnTo>
                  <a:lnTo>
                    <a:pt x="54864" y="329183"/>
                  </a:lnTo>
                  <a:lnTo>
                    <a:pt x="33486" y="324879"/>
                  </a:lnTo>
                  <a:lnTo>
                    <a:pt x="16049" y="313134"/>
                  </a:lnTo>
                  <a:lnTo>
                    <a:pt x="4304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C3D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301620" y="3876294"/>
            <a:ext cx="156654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0D252F"/>
                </a:solidFill>
                <a:latin typeface="Courier New"/>
                <a:cs typeface="Courier New"/>
              </a:rPr>
              <a:t>Garbage</a:t>
            </a:r>
            <a:r>
              <a:rPr sz="1000" spc="-60" dirty="0">
                <a:solidFill>
                  <a:srgbClr val="0D252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D252F"/>
                </a:solidFill>
                <a:latin typeface="Courier New"/>
                <a:cs typeface="Courier New"/>
              </a:rPr>
              <a:t>accumulation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47724" y="4402328"/>
            <a:ext cx="4368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10" dirty="0">
                <a:solidFill>
                  <a:srgbClr val="51686E"/>
                </a:solidFill>
                <a:latin typeface="Courier New"/>
                <a:cs typeface="Courier New"/>
              </a:rPr>
              <a:t>Status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098548" y="4315917"/>
            <a:ext cx="3250565" cy="425450"/>
            <a:chOff x="2098548" y="4315917"/>
            <a:chExt cx="3250565" cy="425450"/>
          </a:xfrm>
        </p:grpSpPr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98548" y="4315917"/>
              <a:ext cx="3250565" cy="424992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148840" y="4343399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3099816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04" y="295697"/>
                  </a:lnTo>
                  <a:lnTo>
                    <a:pt x="16049" y="313134"/>
                  </a:lnTo>
                  <a:lnTo>
                    <a:pt x="33486" y="324879"/>
                  </a:lnTo>
                  <a:lnTo>
                    <a:pt x="54864" y="329183"/>
                  </a:lnTo>
                  <a:lnTo>
                    <a:pt x="3099816" y="329183"/>
                  </a:lnTo>
                  <a:lnTo>
                    <a:pt x="3121193" y="324879"/>
                  </a:lnTo>
                  <a:lnTo>
                    <a:pt x="3138630" y="313134"/>
                  </a:lnTo>
                  <a:lnTo>
                    <a:pt x="3150375" y="295697"/>
                  </a:lnTo>
                  <a:lnTo>
                    <a:pt x="3154680" y="274319"/>
                  </a:lnTo>
                  <a:lnTo>
                    <a:pt x="3154680" y="54863"/>
                  </a:lnTo>
                  <a:lnTo>
                    <a:pt x="3150375" y="33486"/>
                  </a:lnTo>
                  <a:lnTo>
                    <a:pt x="3138630" y="16049"/>
                  </a:lnTo>
                  <a:lnTo>
                    <a:pt x="3121193" y="4304"/>
                  </a:lnTo>
                  <a:lnTo>
                    <a:pt x="3099816" y="0"/>
                  </a:lnTo>
                  <a:close/>
                </a:path>
              </a:pathLst>
            </a:custGeom>
            <a:solidFill>
              <a:srgbClr val="F8FA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48840" y="4343399"/>
              <a:ext cx="3154680" cy="329565"/>
            </a:xfrm>
            <a:custGeom>
              <a:avLst/>
              <a:gdLst/>
              <a:ahLst/>
              <a:cxnLst/>
              <a:rect l="l" t="t" r="r" b="b"/>
              <a:pathLst>
                <a:path w="3154679" h="32956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3099816" y="0"/>
                  </a:lnTo>
                  <a:lnTo>
                    <a:pt x="3121193" y="4304"/>
                  </a:lnTo>
                  <a:lnTo>
                    <a:pt x="3138630" y="16049"/>
                  </a:lnTo>
                  <a:lnTo>
                    <a:pt x="3150375" y="33486"/>
                  </a:lnTo>
                  <a:lnTo>
                    <a:pt x="3154680" y="54863"/>
                  </a:lnTo>
                  <a:lnTo>
                    <a:pt x="3154680" y="274319"/>
                  </a:lnTo>
                  <a:lnTo>
                    <a:pt x="3150375" y="295697"/>
                  </a:lnTo>
                  <a:lnTo>
                    <a:pt x="3138630" y="313134"/>
                  </a:lnTo>
                  <a:lnTo>
                    <a:pt x="3121193" y="324879"/>
                  </a:lnTo>
                  <a:lnTo>
                    <a:pt x="3099816" y="329183"/>
                  </a:lnTo>
                  <a:lnTo>
                    <a:pt x="54864" y="329183"/>
                  </a:lnTo>
                  <a:lnTo>
                    <a:pt x="33486" y="324879"/>
                  </a:lnTo>
                  <a:lnTo>
                    <a:pt x="16049" y="313134"/>
                  </a:lnTo>
                  <a:lnTo>
                    <a:pt x="4304" y="295697"/>
                  </a:lnTo>
                  <a:lnTo>
                    <a:pt x="0" y="274319"/>
                  </a:lnTo>
                  <a:lnTo>
                    <a:pt x="0" y="54863"/>
                  </a:lnTo>
                  <a:close/>
                </a:path>
              </a:pathLst>
            </a:custGeom>
            <a:ln w="9143">
              <a:solidFill>
                <a:srgbClr val="C3D5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301620" y="4406900"/>
            <a:ext cx="56959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spc="-10" dirty="0">
                <a:solidFill>
                  <a:srgbClr val="0D252F"/>
                </a:solidFill>
                <a:latin typeface="Courier New"/>
                <a:cs typeface="Courier New"/>
              </a:rPr>
              <a:t>Pending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213347" y="3218688"/>
            <a:ext cx="2519045" cy="1330325"/>
            <a:chOff x="6213347" y="3218688"/>
            <a:chExt cx="2519045" cy="1330325"/>
          </a:xfrm>
        </p:grpSpPr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13347" y="3218688"/>
              <a:ext cx="2519045" cy="1330198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6263639" y="324612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2217419" y="0"/>
                  </a:moveTo>
                  <a:lnTo>
                    <a:pt x="205739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39" y="1234439"/>
                  </a:lnTo>
                  <a:lnTo>
                    <a:pt x="2217419" y="1234439"/>
                  </a:lnTo>
                  <a:lnTo>
                    <a:pt x="2264606" y="1229008"/>
                  </a:lnTo>
                  <a:lnTo>
                    <a:pt x="2307915" y="1213534"/>
                  </a:lnTo>
                  <a:lnTo>
                    <a:pt x="2346115" y="1189253"/>
                  </a:lnTo>
                  <a:lnTo>
                    <a:pt x="2377973" y="1157395"/>
                  </a:lnTo>
                  <a:lnTo>
                    <a:pt x="2402254" y="1119195"/>
                  </a:lnTo>
                  <a:lnTo>
                    <a:pt x="2417728" y="1075886"/>
                  </a:lnTo>
                  <a:lnTo>
                    <a:pt x="2423160" y="1028699"/>
                  </a:lnTo>
                  <a:lnTo>
                    <a:pt x="2423160" y="205739"/>
                  </a:lnTo>
                  <a:lnTo>
                    <a:pt x="2417728" y="158553"/>
                  </a:lnTo>
                  <a:lnTo>
                    <a:pt x="2402254" y="115244"/>
                  </a:lnTo>
                  <a:lnTo>
                    <a:pt x="2377973" y="77044"/>
                  </a:lnTo>
                  <a:lnTo>
                    <a:pt x="2346115" y="45186"/>
                  </a:lnTo>
                  <a:lnTo>
                    <a:pt x="2307915" y="20905"/>
                  </a:lnTo>
                  <a:lnTo>
                    <a:pt x="2264606" y="5431"/>
                  </a:lnTo>
                  <a:lnTo>
                    <a:pt x="22174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263639" y="324612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39" y="0"/>
                  </a:lnTo>
                  <a:lnTo>
                    <a:pt x="2217419" y="0"/>
                  </a:lnTo>
                  <a:lnTo>
                    <a:pt x="2264606" y="5431"/>
                  </a:lnTo>
                  <a:lnTo>
                    <a:pt x="2307915" y="20905"/>
                  </a:lnTo>
                  <a:lnTo>
                    <a:pt x="2346115" y="45186"/>
                  </a:lnTo>
                  <a:lnTo>
                    <a:pt x="2377973" y="77044"/>
                  </a:lnTo>
                  <a:lnTo>
                    <a:pt x="2402254" y="115244"/>
                  </a:lnTo>
                  <a:lnTo>
                    <a:pt x="2417728" y="158553"/>
                  </a:lnTo>
                  <a:lnTo>
                    <a:pt x="2423160" y="205739"/>
                  </a:lnTo>
                  <a:lnTo>
                    <a:pt x="2423160" y="1028699"/>
                  </a:lnTo>
                  <a:lnTo>
                    <a:pt x="2417728" y="1075886"/>
                  </a:lnTo>
                  <a:lnTo>
                    <a:pt x="2402254" y="1119195"/>
                  </a:lnTo>
                  <a:lnTo>
                    <a:pt x="2377973" y="1157395"/>
                  </a:lnTo>
                  <a:lnTo>
                    <a:pt x="2346115" y="1189253"/>
                  </a:lnTo>
                  <a:lnTo>
                    <a:pt x="2307915" y="1213534"/>
                  </a:lnTo>
                  <a:lnTo>
                    <a:pt x="2264606" y="1229008"/>
                  </a:lnTo>
                  <a:lnTo>
                    <a:pt x="2217419" y="1234439"/>
                  </a:lnTo>
                  <a:lnTo>
                    <a:pt x="205739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17919" y="3332937"/>
              <a:ext cx="150583" cy="1101648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263639" y="3355848"/>
              <a:ext cx="64135" cy="1015365"/>
            </a:xfrm>
            <a:custGeom>
              <a:avLst/>
              <a:gdLst/>
              <a:ahLst/>
              <a:cxnLst/>
              <a:rect l="l" t="t" r="r" b="b"/>
              <a:pathLst>
                <a:path w="64135" h="1015364">
                  <a:moveTo>
                    <a:pt x="64008" y="0"/>
                  </a:moveTo>
                  <a:lnTo>
                    <a:pt x="0" y="0"/>
                  </a:lnTo>
                  <a:lnTo>
                    <a:pt x="0" y="1014983"/>
                  </a:lnTo>
                  <a:lnTo>
                    <a:pt x="64008" y="1014983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500240" y="3409569"/>
            <a:ext cx="83058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F8FAF9"/>
                </a:solidFill>
                <a:latin typeface="Courier New"/>
                <a:cs typeface="Courier New"/>
              </a:rPr>
              <a:t>RESOLVED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500240" y="3775710"/>
            <a:ext cx="130238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Issue</a:t>
            </a:r>
            <a:r>
              <a:rPr sz="1100" spc="-4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addressed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8865107" y="3218688"/>
            <a:ext cx="2519045" cy="1330325"/>
            <a:chOff x="8865107" y="3218688"/>
            <a:chExt cx="2519045" cy="1330325"/>
          </a:xfrm>
        </p:grpSpPr>
        <p:pic>
          <p:nvPicPr>
            <p:cNvPr id="73" name="object 7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65107" y="3218688"/>
              <a:ext cx="2519045" cy="133019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8915399" y="324612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2217420" y="0"/>
                  </a:moveTo>
                  <a:lnTo>
                    <a:pt x="205740" y="0"/>
                  </a:ln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39"/>
                  </a:lnTo>
                  <a:lnTo>
                    <a:pt x="0" y="1028699"/>
                  </a:lnTo>
                  <a:lnTo>
                    <a:pt x="5431" y="1075886"/>
                  </a:lnTo>
                  <a:lnTo>
                    <a:pt x="20905" y="1119195"/>
                  </a:lnTo>
                  <a:lnTo>
                    <a:pt x="45186" y="1157395"/>
                  </a:lnTo>
                  <a:lnTo>
                    <a:pt x="77044" y="1189253"/>
                  </a:lnTo>
                  <a:lnTo>
                    <a:pt x="115244" y="1213534"/>
                  </a:lnTo>
                  <a:lnTo>
                    <a:pt x="158553" y="1229008"/>
                  </a:lnTo>
                  <a:lnTo>
                    <a:pt x="205740" y="1234439"/>
                  </a:lnTo>
                  <a:lnTo>
                    <a:pt x="2217420" y="1234439"/>
                  </a:lnTo>
                  <a:lnTo>
                    <a:pt x="2264606" y="1229008"/>
                  </a:lnTo>
                  <a:lnTo>
                    <a:pt x="2307915" y="1213534"/>
                  </a:lnTo>
                  <a:lnTo>
                    <a:pt x="2346115" y="1189253"/>
                  </a:lnTo>
                  <a:lnTo>
                    <a:pt x="2377973" y="1157395"/>
                  </a:lnTo>
                  <a:lnTo>
                    <a:pt x="2402254" y="1119195"/>
                  </a:lnTo>
                  <a:lnTo>
                    <a:pt x="2417728" y="1075886"/>
                  </a:lnTo>
                  <a:lnTo>
                    <a:pt x="2423159" y="1028699"/>
                  </a:lnTo>
                  <a:lnTo>
                    <a:pt x="2423159" y="205739"/>
                  </a:lnTo>
                  <a:lnTo>
                    <a:pt x="2417728" y="158553"/>
                  </a:lnTo>
                  <a:lnTo>
                    <a:pt x="2402254" y="115244"/>
                  </a:lnTo>
                  <a:lnTo>
                    <a:pt x="2377973" y="77044"/>
                  </a:lnTo>
                  <a:lnTo>
                    <a:pt x="2346115" y="45186"/>
                  </a:lnTo>
                  <a:lnTo>
                    <a:pt x="2307915" y="20905"/>
                  </a:lnTo>
                  <a:lnTo>
                    <a:pt x="2264606" y="5431"/>
                  </a:lnTo>
                  <a:lnTo>
                    <a:pt x="221742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915399" y="3246120"/>
              <a:ext cx="2423160" cy="1234440"/>
            </a:xfrm>
            <a:custGeom>
              <a:avLst/>
              <a:gdLst/>
              <a:ahLst/>
              <a:cxnLst/>
              <a:rect l="l" t="t" r="r" b="b"/>
              <a:pathLst>
                <a:path w="2423159" h="1234439">
                  <a:moveTo>
                    <a:pt x="0" y="205739"/>
                  </a:moveTo>
                  <a:lnTo>
                    <a:pt x="5431" y="158553"/>
                  </a:lnTo>
                  <a:lnTo>
                    <a:pt x="20905" y="115244"/>
                  </a:lnTo>
                  <a:lnTo>
                    <a:pt x="45186" y="77044"/>
                  </a:lnTo>
                  <a:lnTo>
                    <a:pt x="77044" y="45186"/>
                  </a:lnTo>
                  <a:lnTo>
                    <a:pt x="115244" y="20905"/>
                  </a:lnTo>
                  <a:lnTo>
                    <a:pt x="158553" y="5431"/>
                  </a:lnTo>
                  <a:lnTo>
                    <a:pt x="205740" y="0"/>
                  </a:lnTo>
                  <a:lnTo>
                    <a:pt x="2217420" y="0"/>
                  </a:lnTo>
                  <a:lnTo>
                    <a:pt x="2264606" y="5431"/>
                  </a:lnTo>
                  <a:lnTo>
                    <a:pt x="2307915" y="20905"/>
                  </a:lnTo>
                  <a:lnTo>
                    <a:pt x="2346115" y="45186"/>
                  </a:lnTo>
                  <a:lnTo>
                    <a:pt x="2377973" y="77044"/>
                  </a:lnTo>
                  <a:lnTo>
                    <a:pt x="2402254" y="115244"/>
                  </a:lnTo>
                  <a:lnTo>
                    <a:pt x="2417728" y="158553"/>
                  </a:lnTo>
                  <a:lnTo>
                    <a:pt x="2423159" y="205739"/>
                  </a:lnTo>
                  <a:lnTo>
                    <a:pt x="2423159" y="1028699"/>
                  </a:lnTo>
                  <a:lnTo>
                    <a:pt x="2417728" y="1075886"/>
                  </a:lnTo>
                  <a:lnTo>
                    <a:pt x="2402254" y="1119195"/>
                  </a:lnTo>
                  <a:lnTo>
                    <a:pt x="2377973" y="1157395"/>
                  </a:lnTo>
                  <a:lnTo>
                    <a:pt x="2346115" y="1189253"/>
                  </a:lnTo>
                  <a:lnTo>
                    <a:pt x="2307915" y="1213534"/>
                  </a:lnTo>
                  <a:lnTo>
                    <a:pt x="2264606" y="1229008"/>
                  </a:lnTo>
                  <a:lnTo>
                    <a:pt x="2217420" y="1234439"/>
                  </a:lnTo>
                  <a:lnTo>
                    <a:pt x="205740" y="1234439"/>
                  </a:lnTo>
                  <a:lnTo>
                    <a:pt x="158553" y="1229008"/>
                  </a:lnTo>
                  <a:lnTo>
                    <a:pt x="115244" y="1213534"/>
                  </a:lnTo>
                  <a:lnTo>
                    <a:pt x="77044" y="1189253"/>
                  </a:lnTo>
                  <a:lnTo>
                    <a:pt x="45186" y="1157395"/>
                  </a:lnTo>
                  <a:lnTo>
                    <a:pt x="20905" y="1119195"/>
                  </a:lnTo>
                  <a:lnTo>
                    <a:pt x="5431" y="1075886"/>
                  </a:lnTo>
                  <a:lnTo>
                    <a:pt x="0" y="1028699"/>
                  </a:lnTo>
                  <a:lnTo>
                    <a:pt x="0" y="205739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69679" y="3332937"/>
              <a:ext cx="150583" cy="1101648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8915399" y="3355848"/>
              <a:ext cx="64135" cy="1015365"/>
            </a:xfrm>
            <a:custGeom>
              <a:avLst/>
              <a:gdLst/>
              <a:ahLst/>
              <a:cxnLst/>
              <a:rect l="l" t="t" r="r" b="b"/>
              <a:pathLst>
                <a:path w="64134" h="1015364">
                  <a:moveTo>
                    <a:pt x="64007" y="0"/>
                  </a:moveTo>
                  <a:lnTo>
                    <a:pt x="0" y="0"/>
                  </a:lnTo>
                  <a:lnTo>
                    <a:pt x="0" y="1014983"/>
                  </a:lnTo>
                  <a:lnTo>
                    <a:pt x="64007" y="1014983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9152890" y="3409569"/>
            <a:ext cx="10147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8FAF9"/>
                </a:solidFill>
                <a:latin typeface="Courier New"/>
                <a:cs typeface="Courier New"/>
              </a:rPr>
              <a:t>ADMIN</a:t>
            </a:r>
            <a:r>
              <a:rPr sz="1300" b="1" spc="-4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300" b="1" spc="-20" dirty="0">
                <a:solidFill>
                  <a:srgbClr val="F8FAF9"/>
                </a:solidFill>
                <a:latin typeface="Courier New"/>
                <a:cs typeface="Courier New"/>
              </a:rPr>
              <a:t>VIEW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9152890" y="3775710"/>
            <a:ext cx="1887220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Search</a:t>
            </a:r>
            <a:r>
              <a:rPr sz="1100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+</a:t>
            </a:r>
            <a:r>
              <a:rPr sz="1100" spc="7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status</a:t>
            </a:r>
            <a:r>
              <a:rPr sz="1100" spc="-9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update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868680" y="4933137"/>
            <a:ext cx="1641475" cy="415925"/>
            <a:chOff x="868680" y="4933137"/>
            <a:chExt cx="1641475" cy="415925"/>
          </a:xfrm>
        </p:grpSpPr>
        <p:pic>
          <p:nvPicPr>
            <p:cNvPr id="44" name="object 4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68680" y="4933137"/>
              <a:ext cx="1641220" cy="41584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14400" y="4956048"/>
              <a:ext cx="1554480" cy="329565"/>
            </a:xfrm>
            <a:custGeom>
              <a:avLst/>
              <a:gdLst/>
              <a:ahLst/>
              <a:cxnLst/>
              <a:rect l="l" t="t" r="r" b="b"/>
              <a:pathLst>
                <a:path w="1554480" h="329564">
                  <a:moveTo>
                    <a:pt x="1499616" y="0"/>
                  </a:moveTo>
                  <a:lnTo>
                    <a:pt x="54863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274319"/>
                  </a:lnTo>
                  <a:lnTo>
                    <a:pt x="4311" y="295697"/>
                  </a:lnTo>
                  <a:lnTo>
                    <a:pt x="16068" y="313134"/>
                  </a:lnTo>
                  <a:lnTo>
                    <a:pt x="33507" y="324879"/>
                  </a:lnTo>
                  <a:lnTo>
                    <a:pt x="54863" y="329183"/>
                  </a:lnTo>
                  <a:lnTo>
                    <a:pt x="1499616" y="329183"/>
                  </a:lnTo>
                  <a:lnTo>
                    <a:pt x="1520993" y="324879"/>
                  </a:lnTo>
                  <a:lnTo>
                    <a:pt x="1538430" y="313134"/>
                  </a:lnTo>
                  <a:lnTo>
                    <a:pt x="1550175" y="295697"/>
                  </a:lnTo>
                  <a:lnTo>
                    <a:pt x="1554480" y="274319"/>
                  </a:lnTo>
                  <a:lnTo>
                    <a:pt x="1554480" y="54863"/>
                  </a:lnTo>
                  <a:lnTo>
                    <a:pt x="1550175" y="33486"/>
                  </a:lnTo>
                  <a:lnTo>
                    <a:pt x="1538430" y="16049"/>
                  </a:lnTo>
                  <a:lnTo>
                    <a:pt x="1520993" y="4304"/>
                  </a:lnTo>
                  <a:lnTo>
                    <a:pt x="1499616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176934" y="4998161"/>
            <a:ext cx="102552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b="1" dirty="0">
                <a:solidFill>
                  <a:srgbClr val="F8FAF9"/>
                </a:solidFill>
                <a:latin typeface="Courier New"/>
                <a:cs typeface="Courier New"/>
              </a:rPr>
              <a:t>SUBMIT </a:t>
            </a:r>
            <a:r>
              <a:rPr sz="1000" b="1" spc="-10" dirty="0">
                <a:solidFill>
                  <a:srgbClr val="F8FAF9"/>
                </a:solidFill>
                <a:latin typeface="Courier New"/>
                <a:cs typeface="Courier New"/>
              </a:rPr>
              <a:t>REPORT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23797" y="5490768"/>
            <a:ext cx="36474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ILLUSTRATIVE</a:t>
            </a:r>
            <a:r>
              <a:rPr sz="900" b="1" spc="-70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UI</a:t>
            </a:r>
            <a:r>
              <a:rPr sz="900" b="1" spc="-30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MOCKUP</a:t>
            </a:r>
            <a:r>
              <a:rPr sz="900" b="1" spc="-5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—</a:t>
            </a:r>
            <a:r>
              <a:rPr sz="900" b="1" spc="-2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replace</a:t>
            </a:r>
            <a:r>
              <a:rPr sz="900" b="1" spc="-2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with</a:t>
            </a:r>
            <a:r>
              <a:rPr sz="900" b="1" spc="-60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51686E"/>
                </a:solidFill>
                <a:latin typeface="Courier New"/>
                <a:cs typeface="Courier New"/>
              </a:rPr>
              <a:t>real</a:t>
            </a:r>
            <a:r>
              <a:rPr sz="900" b="1" spc="-25" dirty="0">
                <a:solidFill>
                  <a:srgbClr val="51686E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51686E"/>
                </a:solidFill>
                <a:latin typeface="Courier New"/>
                <a:cs typeface="Courier New"/>
              </a:rPr>
              <a:t>screenshot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6390513" y="4818634"/>
            <a:ext cx="3900170" cy="1024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b="1" dirty="0">
                <a:solidFill>
                  <a:srgbClr val="C5E85E"/>
                </a:solidFill>
                <a:latin typeface="Courier New"/>
                <a:cs typeface="Courier New"/>
              </a:rPr>
              <a:t>PRACTICAL</a:t>
            </a:r>
            <a:r>
              <a:rPr sz="1150" b="1" spc="29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150" b="1" spc="-10" dirty="0">
                <a:solidFill>
                  <a:srgbClr val="C5E85E"/>
                </a:solidFill>
                <a:latin typeface="Courier New"/>
                <a:cs typeface="Courier New"/>
              </a:rPr>
              <a:t>BENEFITS</a:t>
            </a:r>
            <a:endParaRPr sz="1150">
              <a:latin typeface="Courier New"/>
              <a:cs typeface="Courier New"/>
            </a:endParaRPr>
          </a:p>
          <a:p>
            <a:pPr marL="172720" indent="-132715">
              <a:lnSpc>
                <a:spcPct val="100000"/>
              </a:lnSpc>
              <a:spcBef>
                <a:spcPts val="1050"/>
              </a:spcBef>
              <a:buClr>
                <a:srgbClr val="009691"/>
              </a:buClr>
              <a:buFont typeface="Calibri"/>
              <a:buChar char="•"/>
              <a:tabLst>
                <a:tab pos="172720" algn="l"/>
              </a:tabLst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One</a:t>
            </a:r>
            <a:r>
              <a:rPr sz="1100" spc="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place</a:t>
            </a:r>
            <a:r>
              <a:rPr sz="1100" spc="-6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for</a:t>
            </a:r>
            <a:r>
              <a:rPr sz="1100" spc="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reports</a:t>
            </a:r>
            <a:r>
              <a:rPr sz="1100" spc="-6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100" spc="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status.</a:t>
            </a:r>
            <a:endParaRPr sz="1100">
              <a:latin typeface="Courier New"/>
              <a:cs typeface="Courier New"/>
            </a:endParaRPr>
          </a:p>
          <a:p>
            <a:pPr marL="172085" indent="-132080">
              <a:lnSpc>
                <a:spcPct val="100000"/>
              </a:lnSpc>
              <a:spcBef>
                <a:spcPts val="695"/>
              </a:spcBef>
              <a:buClr>
                <a:srgbClr val="009691"/>
              </a:buClr>
              <a:buFont typeface="Calibri"/>
              <a:buChar char="•"/>
              <a:tabLst>
                <a:tab pos="172085" algn="l"/>
              </a:tabLst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Location</a:t>
            </a:r>
            <a:r>
              <a:rPr sz="1100" spc="-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and</a:t>
            </a:r>
            <a:r>
              <a:rPr sz="1100" spc="1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photos</a:t>
            </a:r>
            <a:r>
              <a:rPr sz="1100" spc="-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provide</a:t>
            </a:r>
            <a:r>
              <a:rPr sz="1100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context.</a:t>
            </a:r>
            <a:endParaRPr sz="1100">
              <a:latin typeface="Courier New"/>
              <a:cs typeface="Courier New"/>
            </a:endParaRPr>
          </a:p>
          <a:p>
            <a:pPr marL="172720" indent="-132715">
              <a:lnSpc>
                <a:spcPct val="100000"/>
              </a:lnSpc>
              <a:spcBef>
                <a:spcPts val="735"/>
              </a:spcBef>
              <a:buClr>
                <a:srgbClr val="009691"/>
              </a:buClr>
              <a:buFont typeface="Calibri"/>
              <a:buChar char="•"/>
              <a:tabLst>
                <a:tab pos="172720" algn="l"/>
              </a:tabLst>
            </a:pP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More</a:t>
            </a:r>
            <a:r>
              <a:rPr sz="1100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organized</a:t>
            </a:r>
            <a:r>
              <a:rPr sz="1100" spc="-4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follow-up</a:t>
            </a:r>
            <a:r>
              <a:rPr sz="11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8FAF9"/>
                </a:solidFill>
                <a:latin typeface="Courier New"/>
                <a:cs typeface="Courier New"/>
              </a:rPr>
              <a:t>for</a:t>
            </a:r>
            <a:r>
              <a:rPr sz="1100" spc="3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8FAF9"/>
                </a:solidFill>
                <a:latin typeface="Courier New"/>
                <a:cs typeface="Courier New"/>
              </a:rPr>
              <a:t>administrators.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6244" y="248158"/>
            <a:ext cx="2759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SMART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900" b="1" spc="-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MANAGEMENT</a:t>
            </a:r>
            <a:r>
              <a:rPr sz="900" b="1" spc="4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FUTURE</a:t>
            </a:r>
            <a:r>
              <a:rPr sz="900" b="1" spc="-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VISION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8718" y="220726"/>
            <a:ext cx="50545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r>
              <a:rPr sz="900" b="1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dirty="0">
                <a:solidFill>
                  <a:srgbClr val="BDEFDC"/>
                </a:solidFill>
                <a:latin typeface="Courier New"/>
                <a:cs typeface="Courier New"/>
              </a:rPr>
              <a:t>/</a:t>
            </a:r>
            <a:r>
              <a:rPr sz="900" b="1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900" b="1" spc="-25" dirty="0">
                <a:solidFill>
                  <a:srgbClr val="BDEFDC"/>
                </a:solidFill>
                <a:latin typeface="Courier New"/>
                <a:cs typeface="Courier New"/>
              </a:rPr>
              <a:t>07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</a:t>
            </a:r>
            <a:r>
              <a:rPr spc="-100" dirty="0"/>
              <a:t> </a:t>
            </a:r>
            <a:r>
              <a:rPr dirty="0"/>
              <a:t>simple.</a:t>
            </a:r>
            <a:r>
              <a:rPr spc="-95" dirty="0"/>
              <a:t> </a:t>
            </a:r>
            <a:r>
              <a:rPr dirty="0"/>
              <a:t>Scale</a:t>
            </a:r>
            <a:r>
              <a:rPr spc="-100" dirty="0"/>
              <a:t> </a:t>
            </a:r>
            <a:r>
              <a:rPr dirty="0"/>
              <a:t>toward</a:t>
            </a:r>
            <a:r>
              <a:rPr spc="-100" dirty="0"/>
              <a:t> </a:t>
            </a:r>
            <a:r>
              <a:rPr dirty="0"/>
              <a:t>smarter</a:t>
            </a:r>
            <a:r>
              <a:rPr spc="-95" dirty="0"/>
              <a:t> </a:t>
            </a:r>
            <a:r>
              <a:rPr spc="-10" dirty="0"/>
              <a:t>cities.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3676" y="1222628"/>
            <a:ext cx="7555230" cy="2070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Build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</a:t>
            </a:r>
            <a:r>
              <a:rPr sz="1150" spc="1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reliable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reporting</a:t>
            </a:r>
            <a:r>
              <a:rPr sz="1150" spc="254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workflow</a:t>
            </a:r>
            <a:r>
              <a:rPr sz="1150" spc="22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first,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then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add</a:t>
            </a:r>
            <a:r>
              <a:rPr sz="1150" spc="17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intelligence</a:t>
            </a:r>
            <a:r>
              <a:rPr sz="1150" spc="2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50" spc="21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BDEFDC"/>
                </a:solidFill>
                <a:latin typeface="Courier New"/>
                <a:cs typeface="Courier New"/>
              </a:rPr>
              <a:t>integrations.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44068" y="1755648"/>
            <a:ext cx="3616325" cy="1513205"/>
            <a:chOff x="544068" y="1755648"/>
            <a:chExt cx="3616325" cy="151320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068" y="1755648"/>
              <a:ext cx="3616198" cy="151307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4360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4219" y="0"/>
                  </a:moveTo>
                  <a:lnTo>
                    <a:pt x="236220" y="0"/>
                  </a:lnTo>
                  <a:lnTo>
                    <a:pt x="188615" y="4800"/>
                  </a:lnTo>
                  <a:lnTo>
                    <a:pt x="144275" y="18567"/>
                  </a:lnTo>
                  <a:lnTo>
                    <a:pt x="104149" y="40351"/>
                  </a:lnTo>
                  <a:lnTo>
                    <a:pt x="69189" y="69199"/>
                  </a:lnTo>
                  <a:lnTo>
                    <a:pt x="40344" y="104161"/>
                  </a:lnTo>
                  <a:lnTo>
                    <a:pt x="18564" y="144285"/>
                  </a:lnTo>
                  <a:lnTo>
                    <a:pt x="4799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799" y="1228697"/>
                  </a:lnTo>
                  <a:lnTo>
                    <a:pt x="18564" y="1273034"/>
                  </a:lnTo>
                  <a:lnTo>
                    <a:pt x="40344" y="1313158"/>
                  </a:lnTo>
                  <a:lnTo>
                    <a:pt x="69189" y="1348120"/>
                  </a:lnTo>
                  <a:lnTo>
                    <a:pt x="104149" y="1376968"/>
                  </a:lnTo>
                  <a:lnTo>
                    <a:pt x="144275" y="1398752"/>
                  </a:lnTo>
                  <a:lnTo>
                    <a:pt x="188615" y="1412519"/>
                  </a:lnTo>
                  <a:lnTo>
                    <a:pt x="236220" y="1417320"/>
                  </a:lnTo>
                  <a:lnTo>
                    <a:pt x="3284219" y="1417320"/>
                  </a:lnTo>
                  <a:lnTo>
                    <a:pt x="3331817" y="1412519"/>
                  </a:lnTo>
                  <a:lnTo>
                    <a:pt x="3376154" y="1398752"/>
                  </a:lnTo>
                  <a:lnTo>
                    <a:pt x="3416278" y="1376968"/>
                  </a:lnTo>
                  <a:lnTo>
                    <a:pt x="3451240" y="1348120"/>
                  </a:lnTo>
                  <a:lnTo>
                    <a:pt x="3480088" y="1313158"/>
                  </a:lnTo>
                  <a:lnTo>
                    <a:pt x="3501872" y="1273034"/>
                  </a:lnTo>
                  <a:lnTo>
                    <a:pt x="3515639" y="1228697"/>
                  </a:lnTo>
                  <a:lnTo>
                    <a:pt x="3520440" y="1181100"/>
                  </a:lnTo>
                  <a:lnTo>
                    <a:pt x="3520440" y="236220"/>
                  </a:lnTo>
                  <a:lnTo>
                    <a:pt x="3515639" y="188622"/>
                  </a:lnTo>
                  <a:lnTo>
                    <a:pt x="3501872" y="144285"/>
                  </a:lnTo>
                  <a:lnTo>
                    <a:pt x="3480088" y="104161"/>
                  </a:lnTo>
                  <a:lnTo>
                    <a:pt x="3451240" y="69199"/>
                  </a:lnTo>
                  <a:lnTo>
                    <a:pt x="3416278" y="40351"/>
                  </a:lnTo>
                  <a:lnTo>
                    <a:pt x="3376154" y="18567"/>
                  </a:lnTo>
                  <a:lnTo>
                    <a:pt x="3331817" y="4800"/>
                  </a:lnTo>
                  <a:lnTo>
                    <a:pt x="32842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4360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220"/>
                  </a:moveTo>
                  <a:lnTo>
                    <a:pt x="4799" y="188622"/>
                  </a:lnTo>
                  <a:lnTo>
                    <a:pt x="18564" y="144285"/>
                  </a:lnTo>
                  <a:lnTo>
                    <a:pt x="40344" y="104161"/>
                  </a:lnTo>
                  <a:lnTo>
                    <a:pt x="69189" y="69199"/>
                  </a:lnTo>
                  <a:lnTo>
                    <a:pt x="104149" y="40351"/>
                  </a:lnTo>
                  <a:lnTo>
                    <a:pt x="144275" y="18567"/>
                  </a:lnTo>
                  <a:lnTo>
                    <a:pt x="188615" y="4800"/>
                  </a:lnTo>
                  <a:lnTo>
                    <a:pt x="236220" y="0"/>
                  </a:lnTo>
                  <a:lnTo>
                    <a:pt x="3284219" y="0"/>
                  </a:lnTo>
                  <a:lnTo>
                    <a:pt x="3331817" y="4800"/>
                  </a:lnTo>
                  <a:lnTo>
                    <a:pt x="3376154" y="18567"/>
                  </a:lnTo>
                  <a:lnTo>
                    <a:pt x="3416278" y="40351"/>
                  </a:lnTo>
                  <a:lnTo>
                    <a:pt x="3451240" y="69199"/>
                  </a:lnTo>
                  <a:lnTo>
                    <a:pt x="3480088" y="104161"/>
                  </a:lnTo>
                  <a:lnTo>
                    <a:pt x="3501872" y="144285"/>
                  </a:lnTo>
                  <a:lnTo>
                    <a:pt x="3515639" y="188622"/>
                  </a:lnTo>
                  <a:lnTo>
                    <a:pt x="3520440" y="236220"/>
                  </a:lnTo>
                  <a:lnTo>
                    <a:pt x="3520440" y="1181100"/>
                  </a:lnTo>
                  <a:lnTo>
                    <a:pt x="3515639" y="1228697"/>
                  </a:lnTo>
                  <a:lnTo>
                    <a:pt x="3501872" y="1273034"/>
                  </a:lnTo>
                  <a:lnTo>
                    <a:pt x="3480088" y="1313158"/>
                  </a:lnTo>
                  <a:lnTo>
                    <a:pt x="3451240" y="1348120"/>
                  </a:lnTo>
                  <a:lnTo>
                    <a:pt x="3416278" y="1376968"/>
                  </a:lnTo>
                  <a:lnTo>
                    <a:pt x="3376154" y="1398752"/>
                  </a:lnTo>
                  <a:lnTo>
                    <a:pt x="3331817" y="1412519"/>
                  </a:lnTo>
                  <a:lnTo>
                    <a:pt x="3284219" y="1417320"/>
                  </a:lnTo>
                  <a:lnTo>
                    <a:pt x="236220" y="1417320"/>
                  </a:lnTo>
                  <a:lnTo>
                    <a:pt x="188615" y="1412519"/>
                  </a:lnTo>
                  <a:lnTo>
                    <a:pt x="144275" y="1398752"/>
                  </a:lnTo>
                  <a:lnTo>
                    <a:pt x="104149" y="1376968"/>
                  </a:lnTo>
                  <a:lnTo>
                    <a:pt x="69189" y="1348120"/>
                  </a:lnTo>
                  <a:lnTo>
                    <a:pt x="40344" y="1313158"/>
                  </a:lnTo>
                  <a:lnTo>
                    <a:pt x="18564" y="1273034"/>
                  </a:lnTo>
                  <a:lnTo>
                    <a:pt x="4799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40" y="1869948"/>
              <a:ext cx="150583" cy="128447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360" y="1892808"/>
              <a:ext cx="64135" cy="1198245"/>
            </a:xfrm>
            <a:custGeom>
              <a:avLst/>
              <a:gdLst/>
              <a:ahLst/>
              <a:cxnLst/>
              <a:rect l="l" t="t" r="r" b="b"/>
              <a:pathLst>
                <a:path w="64134" h="1198245">
                  <a:moveTo>
                    <a:pt x="64007" y="0"/>
                  </a:moveTo>
                  <a:lnTo>
                    <a:pt x="0" y="0"/>
                  </a:lnTo>
                  <a:lnTo>
                    <a:pt x="0" y="1197864"/>
                  </a:lnTo>
                  <a:lnTo>
                    <a:pt x="64007" y="119786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28852" y="1941068"/>
            <a:ext cx="2728595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CURRENT</a:t>
            </a:r>
            <a:r>
              <a:rPr sz="1400" b="1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FOUNDATION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MERN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app</a:t>
            </a:r>
            <a:r>
              <a:rPr sz="1100" spc="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concept: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report,</a:t>
            </a:r>
            <a:r>
              <a:rPr sz="1100" spc="-8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store,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view,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and</a:t>
            </a:r>
            <a:r>
              <a:rPr sz="1100" spc="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track</a:t>
            </a:r>
            <a:r>
              <a:rPr sz="1100" spc="-5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 issues.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93108" y="1755648"/>
            <a:ext cx="3616325" cy="1513205"/>
            <a:chOff x="4293108" y="1755648"/>
            <a:chExt cx="3616325" cy="151320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3108" y="1755648"/>
              <a:ext cx="3616197" cy="151307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343400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4220" y="0"/>
                  </a:moveTo>
                  <a:lnTo>
                    <a:pt x="236220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20" y="1417320"/>
                  </a:lnTo>
                  <a:lnTo>
                    <a:pt x="3284220" y="1417320"/>
                  </a:lnTo>
                  <a:lnTo>
                    <a:pt x="3331817" y="1412519"/>
                  </a:lnTo>
                  <a:lnTo>
                    <a:pt x="3376154" y="1398752"/>
                  </a:lnTo>
                  <a:lnTo>
                    <a:pt x="3416278" y="1376968"/>
                  </a:lnTo>
                  <a:lnTo>
                    <a:pt x="3451240" y="1348120"/>
                  </a:lnTo>
                  <a:lnTo>
                    <a:pt x="3480088" y="1313158"/>
                  </a:lnTo>
                  <a:lnTo>
                    <a:pt x="3501872" y="1273034"/>
                  </a:lnTo>
                  <a:lnTo>
                    <a:pt x="3515639" y="1228697"/>
                  </a:lnTo>
                  <a:lnTo>
                    <a:pt x="3520440" y="1181100"/>
                  </a:lnTo>
                  <a:lnTo>
                    <a:pt x="3520440" y="236220"/>
                  </a:lnTo>
                  <a:lnTo>
                    <a:pt x="3515639" y="188622"/>
                  </a:lnTo>
                  <a:lnTo>
                    <a:pt x="3501872" y="144285"/>
                  </a:lnTo>
                  <a:lnTo>
                    <a:pt x="3480088" y="104161"/>
                  </a:lnTo>
                  <a:lnTo>
                    <a:pt x="3451240" y="69199"/>
                  </a:lnTo>
                  <a:lnTo>
                    <a:pt x="3416278" y="40351"/>
                  </a:lnTo>
                  <a:lnTo>
                    <a:pt x="3376154" y="18567"/>
                  </a:lnTo>
                  <a:lnTo>
                    <a:pt x="3331817" y="4800"/>
                  </a:lnTo>
                  <a:lnTo>
                    <a:pt x="3284220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43400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3284220" y="0"/>
                  </a:lnTo>
                  <a:lnTo>
                    <a:pt x="3331817" y="4800"/>
                  </a:lnTo>
                  <a:lnTo>
                    <a:pt x="3376154" y="18567"/>
                  </a:lnTo>
                  <a:lnTo>
                    <a:pt x="3416278" y="40351"/>
                  </a:lnTo>
                  <a:lnTo>
                    <a:pt x="3451240" y="69199"/>
                  </a:lnTo>
                  <a:lnTo>
                    <a:pt x="3480088" y="104161"/>
                  </a:lnTo>
                  <a:lnTo>
                    <a:pt x="3501872" y="144285"/>
                  </a:lnTo>
                  <a:lnTo>
                    <a:pt x="3515639" y="188622"/>
                  </a:lnTo>
                  <a:lnTo>
                    <a:pt x="3520440" y="236220"/>
                  </a:lnTo>
                  <a:lnTo>
                    <a:pt x="3520440" y="1181100"/>
                  </a:lnTo>
                  <a:lnTo>
                    <a:pt x="3515639" y="1228697"/>
                  </a:lnTo>
                  <a:lnTo>
                    <a:pt x="3501872" y="1273034"/>
                  </a:lnTo>
                  <a:lnTo>
                    <a:pt x="3480088" y="1313158"/>
                  </a:lnTo>
                  <a:lnTo>
                    <a:pt x="3451240" y="1348120"/>
                  </a:lnTo>
                  <a:lnTo>
                    <a:pt x="3416278" y="1376968"/>
                  </a:lnTo>
                  <a:lnTo>
                    <a:pt x="3376154" y="1398752"/>
                  </a:lnTo>
                  <a:lnTo>
                    <a:pt x="3331817" y="1412519"/>
                  </a:lnTo>
                  <a:lnTo>
                    <a:pt x="3284220" y="1417320"/>
                  </a:lnTo>
                  <a:lnTo>
                    <a:pt x="236220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7680" y="1869948"/>
              <a:ext cx="150583" cy="128447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43400" y="1892808"/>
              <a:ext cx="64135" cy="1198245"/>
            </a:xfrm>
            <a:custGeom>
              <a:avLst/>
              <a:gdLst/>
              <a:ahLst/>
              <a:cxnLst/>
              <a:rect l="l" t="t" r="r" b="b"/>
              <a:pathLst>
                <a:path w="64135" h="1198245">
                  <a:moveTo>
                    <a:pt x="64008" y="0"/>
                  </a:moveTo>
                  <a:lnTo>
                    <a:pt x="0" y="0"/>
                  </a:lnTo>
                  <a:lnTo>
                    <a:pt x="0" y="1197864"/>
                  </a:lnTo>
                  <a:lnTo>
                    <a:pt x="64008" y="1197864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579365" y="1941068"/>
            <a:ext cx="2056764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NEXT</a:t>
            </a:r>
            <a:r>
              <a:rPr sz="1400" b="1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IMPROVEMENTS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GPS</a:t>
            </a:r>
            <a:r>
              <a:rPr sz="1100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maps</a:t>
            </a:r>
            <a:r>
              <a:rPr sz="1100" spc="-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notifications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detection</a:t>
            </a:r>
            <a:r>
              <a:rPr sz="1100" spc="-8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analytics.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80800" y="2311095"/>
            <a:ext cx="965200" cy="1962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80975" indent="-168275">
              <a:lnSpc>
                <a:spcPct val="100000"/>
              </a:lnSpc>
              <a:spcBef>
                <a:spcPts val="114"/>
              </a:spcBef>
              <a:buChar char="•"/>
              <a:tabLst>
                <a:tab pos="180975" algn="l"/>
              </a:tabLst>
            </a:pP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duplicate</a:t>
            </a:r>
            <a:endParaRPr sz="1100">
              <a:latin typeface="Courier New"/>
              <a:cs typeface="Courier New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042147" y="1755648"/>
            <a:ext cx="3616325" cy="1513205"/>
            <a:chOff x="8042147" y="1755648"/>
            <a:chExt cx="3616325" cy="1513205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2147" y="1755648"/>
              <a:ext cx="3616198" cy="151307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92439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3284219" y="0"/>
                  </a:moveTo>
                  <a:lnTo>
                    <a:pt x="236219" y="0"/>
                  </a:lnTo>
                  <a:lnTo>
                    <a:pt x="188622" y="4800"/>
                  </a:lnTo>
                  <a:lnTo>
                    <a:pt x="144285" y="18567"/>
                  </a:lnTo>
                  <a:lnTo>
                    <a:pt x="104161" y="40351"/>
                  </a:lnTo>
                  <a:lnTo>
                    <a:pt x="69199" y="69199"/>
                  </a:lnTo>
                  <a:lnTo>
                    <a:pt x="40351" y="104161"/>
                  </a:lnTo>
                  <a:lnTo>
                    <a:pt x="18567" y="144285"/>
                  </a:lnTo>
                  <a:lnTo>
                    <a:pt x="4800" y="188622"/>
                  </a:lnTo>
                  <a:lnTo>
                    <a:pt x="0" y="236220"/>
                  </a:lnTo>
                  <a:lnTo>
                    <a:pt x="0" y="1181100"/>
                  </a:lnTo>
                  <a:lnTo>
                    <a:pt x="4800" y="1228697"/>
                  </a:lnTo>
                  <a:lnTo>
                    <a:pt x="18567" y="1273034"/>
                  </a:lnTo>
                  <a:lnTo>
                    <a:pt x="40351" y="1313158"/>
                  </a:lnTo>
                  <a:lnTo>
                    <a:pt x="69199" y="1348120"/>
                  </a:lnTo>
                  <a:lnTo>
                    <a:pt x="104161" y="1376968"/>
                  </a:lnTo>
                  <a:lnTo>
                    <a:pt x="144285" y="1398752"/>
                  </a:lnTo>
                  <a:lnTo>
                    <a:pt x="188622" y="1412519"/>
                  </a:lnTo>
                  <a:lnTo>
                    <a:pt x="236219" y="1417320"/>
                  </a:lnTo>
                  <a:lnTo>
                    <a:pt x="3284219" y="1417320"/>
                  </a:lnTo>
                  <a:lnTo>
                    <a:pt x="3331817" y="1412519"/>
                  </a:lnTo>
                  <a:lnTo>
                    <a:pt x="3376154" y="1398752"/>
                  </a:lnTo>
                  <a:lnTo>
                    <a:pt x="3416278" y="1376968"/>
                  </a:lnTo>
                  <a:lnTo>
                    <a:pt x="3451240" y="1348120"/>
                  </a:lnTo>
                  <a:lnTo>
                    <a:pt x="3480088" y="1313158"/>
                  </a:lnTo>
                  <a:lnTo>
                    <a:pt x="3501872" y="1273034"/>
                  </a:lnTo>
                  <a:lnTo>
                    <a:pt x="3515639" y="1228697"/>
                  </a:lnTo>
                  <a:lnTo>
                    <a:pt x="3520439" y="1181100"/>
                  </a:lnTo>
                  <a:lnTo>
                    <a:pt x="3520439" y="236220"/>
                  </a:lnTo>
                  <a:lnTo>
                    <a:pt x="3515639" y="188622"/>
                  </a:lnTo>
                  <a:lnTo>
                    <a:pt x="3501872" y="144285"/>
                  </a:lnTo>
                  <a:lnTo>
                    <a:pt x="3480088" y="104161"/>
                  </a:lnTo>
                  <a:lnTo>
                    <a:pt x="3451240" y="69199"/>
                  </a:lnTo>
                  <a:lnTo>
                    <a:pt x="3416278" y="40351"/>
                  </a:lnTo>
                  <a:lnTo>
                    <a:pt x="3376154" y="18567"/>
                  </a:lnTo>
                  <a:lnTo>
                    <a:pt x="3331817" y="4800"/>
                  </a:lnTo>
                  <a:lnTo>
                    <a:pt x="3284219" y="0"/>
                  </a:lnTo>
                  <a:close/>
                </a:path>
              </a:pathLst>
            </a:custGeom>
            <a:solidFill>
              <a:srgbClr val="1639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92439" y="1783080"/>
              <a:ext cx="3520440" cy="1417320"/>
            </a:xfrm>
            <a:custGeom>
              <a:avLst/>
              <a:gdLst/>
              <a:ahLst/>
              <a:cxnLst/>
              <a:rect l="l" t="t" r="r" b="b"/>
              <a:pathLst>
                <a:path w="3520440" h="141732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19" y="0"/>
                  </a:lnTo>
                  <a:lnTo>
                    <a:pt x="3284219" y="0"/>
                  </a:lnTo>
                  <a:lnTo>
                    <a:pt x="3331817" y="4800"/>
                  </a:lnTo>
                  <a:lnTo>
                    <a:pt x="3376154" y="18567"/>
                  </a:lnTo>
                  <a:lnTo>
                    <a:pt x="3416278" y="40351"/>
                  </a:lnTo>
                  <a:lnTo>
                    <a:pt x="3451240" y="69199"/>
                  </a:lnTo>
                  <a:lnTo>
                    <a:pt x="3480088" y="104161"/>
                  </a:lnTo>
                  <a:lnTo>
                    <a:pt x="3501872" y="144285"/>
                  </a:lnTo>
                  <a:lnTo>
                    <a:pt x="3515639" y="188622"/>
                  </a:lnTo>
                  <a:lnTo>
                    <a:pt x="3520439" y="236220"/>
                  </a:lnTo>
                  <a:lnTo>
                    <a:pt x="3520439" y="1181100"/>
                  </a:lnTo>
                  <a:lnTo>
                    <a:pt x="3515639" y="1228697"/>
                  </a:lnTo>
                  <a:lnTo>
                    <a:pt x="3501872" y="1273034"/>
                  </a:lnTo>
                  <a:lnTo>
                    <a:pt x="3480088" y="1313158"/>
                  </a:lnTo>
                  <a:lnTo>
                    <a:pt x="3451240" y="1348120"/>
                  </a:lnTo>
                  <a:lnTo>
                    <a:pt x="3416278" y="1376968"/>
                  </a:lnTo>
                  <a:lnTo>
                    <a:pt x="3376154" y="1398752"/>
                  </a:lnTo>
                  <a:lnTo>
                    <a:pt x="3331817" y="1412519"/>
                  </a:lnTo>
                  <a:lnTo>
                    <a:pt x="3284219" y="1417320"/>
                  </a:lnTo>
                  <a:lnTo>
                    <a:pt x="236219" y="1417320"/>
                  </a:lnTo>
                  <a:lnTo>
                    <a:pt x="188622" y="1412519"/>
                  </a:lnTo>
                  <a:lnTo>
                    <a:pt x="144285" y="1398752"/>
                  </a:lnTo>
                  <a:lnTo>
                    <a:pt x="104161" y="1376968"/>
                  </a:lnTo>
                  <a:lnTo>
                    <a:pt x="69199" y="1348120"/>
                  </a:lnTo>
                  <a:lnTo>
                    <a:pt x="40351" y="1313158"/>
                  </a:lnTo>
                  <a:lnTo>
                    <a:pt x="18567" y="1273034"/>
                  </a:lnTo>
                  <a:lnTo>
                    <a:pt x="4800" y="1228697"/>
                  </a:lnTo>
                  <a:lnTo>
                    <a:pt x="0" y="1181100"/>
                  </a:lnTo>
                  <a:lnTo>
                    <a:pt x="0" y="236220"/>
                  </a:lnTo>
                  <a:close/>
                </a:path>
              </a:pathLst>
            </a:custGeom>
            <a:ln w="9144">
              <a:solidFill>
                <a:srgbClr val="2C5B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46719" y="1869948"/>
              <a:ext cx="150583" cy="128447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092439" y="1892808"/>
              <a:ext cx="64135" cy="1198245"/>
            </a:xfrm>
            <a:custGeom>
              <a:avLst/>
              <a:gdLst/>
              <a:ahLst/>
              <a:cxnLst/>
              <a:rect l="l" t="t" r="r" b="b"/>
              <a:pathLst>
                <a:path w="64134" h="1198245">
                  <a:moveTo>
                    <a:pt x="64007" y="0"/>
                  </a:moveTo>
                  <a:lnTo>
                    <a:pt x="0" y="0"/>
                  </a:lnTo>
                  <a:lnTo>
                    <a:pt x="0" y="1197864"/>
                  </a:lnTo>
                  <a:lnTo>
                    <a:pt x="64007" y="1197864"/>
                  </a:lnTo>
                  <a:lnTo>
                    <a:pt x="64007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329676" y="1941068"/>
            <a:ext cx="2987675" cy="735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5" dirty="0">
                <a:solidFill>
                  <a:srgbClr val="F8FAF9"/>
                </a:solidFill>
                <a:latin typeface="Courier New"/>
                <a:cs typeface="Courier New"/>
              </a:rPr>
              <a:t>LONG-</a:t>
            </a:r>
            <a:r>
              <a:rPr sz="1400" b="1" dirty="0">
                <a:solidFill>
                  <a:srgbClr val="F8FAF9"/>
                </a:solidFill>
                <a:latin typeface="Courier New"/>
                <a:cs typeface="Courier New"/>
              </a:rPr>
              <a:t>TERM</a:t>
            </a:r>
            <a:r>
              <a:rPr sz="1400" b="1" spc="3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F8FAF9"/>
                </a:solidFill>
                <a:latin typeface="Courier New"/>
                <a:cs typeface="Courier New"/>
              </a:rPr>
              <a:t>VISION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AI</a:t>
            </a:r>
            <a:r>
              <a:rPr sz="1100" spc="3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waste</a:t>
            </a:r>
            <a:r>
              <a:rPr sz="1100" spc="-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classification</a:t>
            </a:r>
            <a:r>
              <a:rPr sz="1100" spc="-4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3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smart-</a:t>
            </a:r>
            <a:r>
              <a:rPr sz="1100" spc="-25" dirty="0">
                <a:solidFill>
                  <a:srgbClr val="BDEFDC"/>
                </a:solidFill>
                <a:latin typeface="Courier New"/>
                <a:cs typeface="Courier New"/>
              </a:rPr>
              <a:t>bin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sensors</a:t>
            </a:r>
            <a:r>
              <a:rPr sz="1100" spc="-6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•</a:t>
            </a:r>
            <a:r>
              <a:rPr sz="1100" spc="55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BDEFDC"/>
                </a:solidFill>
                <a:latin typeface="Courier New"/>
                <a:cs typeface="Courier New"/>
              </a:rPr>
              <a:t>route</a:t>
            </a:r>
            <a:r>
              <a:rPr sz="1100" spc="-60" dirty="0">
                <a:solidFill>
                  <a:srgbClr val="BDEFDC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BDEFDC"/>
                </a:solidFill>
                <a:latin typeface="Courier New"/>
                <a:cs typeface="Courier New"/>
              </a:rPr>
              <a:t>optimization.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64844" y="3766565"/>
            <a:ext cx="19094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C5E85E"/>
                </a:solidFill>
                <a:latin typeface="Courier New"/>
                <a:cs typeface="Courier New"/>
              </a:rPr>
              <a:t>SCALABILITY</a:t>
            </a:r>
            <a:r>
              <a:rPr sz="1300" b="1" spc="-90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1300" b="1" spc="-10" dirty="0">
                <a:solidFill>
                  <a:srgbClr val="C5E85E"/>
                </a:solidFill>
                <a:latin typeface="Courier New"/>
                <a:cs typeface="Courier New"/>
              </a:rPr>
              <a:t>ROADMAP</a:t>
            </a:r>
            <a:endParaRPr sz="1300">
              <a:latin typeface="Courier New"/>
              <a:cs typeface="Courier New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68680" y="4348022"/>
            <a:ext cx="10072370" cy="498475"/>
            <a:chOff x="868680" y="4348022"/>
            <a:chExt cx="10072370" cy="498475"/>
          </a:xfrm>
        </p:grpSpPr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680" y="4530901"/>
              <a:ext cx="10071862" cy="11869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916686" y="4574286"/>
              <a:ext cx="9966960" cy="0"/>
            </a:xfrm>
            <a:custGeom>
              <a:avLst/>
              <a:gdLst/>
              <a:ahLst/>
              <a:cxnLst/>
              <a:rect l="l" t="t" r="r" b="b"/>
              <a:pathLst>
                <a:path w="9966960">
                  <a:moveTo>
                    <a:pt x="0" y="0"/>
                  </a:moveTo>
                  <a:lnTo>
                    <a:pt x="9966960" y="0"/>
                  </a:lnTo>
                </a:path>
              </a:pathLst>
            </a:custGeom>
            <a:ln w="32004">
              <a:solidFill>
                <a:srgbClr val="BDEF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8680" y="4348022"/>
              <a:ext cx="498170" cy="49817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14400" y="437083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80" h="411479">
                  <a:moveTo>
                    <a:pt x="205740" y="0"/>
                  </a:moveTo>
                  <a:lnTo>
                    <a:pt x="158565" y="5431"/>
                  </a:lnTo>
                  <a:lnTo>
                    <a:pt x="115260" y="20905"/>
                  </a:lnTo>
                  <a:lnTo>
                    <a:pt x="77060" y="45186"/>
                  </a:lnTo>
                  <a:lnTo>
                    <a:pt x="45198" y="77044"/>
                  </a:lnTo>
                  <a:lnTo>
                    <a:pt x="20911" y="115244"/>
                  </a:lnTo>
                  <a:lnTo>
                    <a:pt x="5433" y="158553"/>
                  </a:lnTo>
                  <a:lnTo>
                    <a:pt x="0" y="205740"/>
                  </a:lnTo>
                  <a:lnTo>
                    <a:pt x="5433" y="252926"/>
                  </a:lnTo>
                  <a:lnTo>
                    <a:pt x="20911" y="296235"/>
                  </a:lnTo>
                  <a:lnTo>
                    <a:pt x="45198" y="334435"/>
                  </a:lnTo>
                  <a:lnTo>
                    <a:pt x="77060" y="366293"/>
                  </a:lnTo>
                  <a:lnTo>
                    <a:pt x="115260" y="390574"/>
                  </a:lnTo>
                  <a:lnTo>
                    <a:pt x="158565" y="406048"/>
                  </a:lnTo>
                  <a:lnTo>
                    <a:pt x="205740" y="411480"/>
                  </a:lnTo>
                  <a:lnTo>
                    <a:pt x="252914" y="406048"/>
                  </a:lnTo>
                  <a:lnTo>
                    <a:pt x="296219" y="390574"/>
                  </a:lnTo>
                  <a:lnTo>
                    <a:pt x="334419" y="366293"/>
                  </a:lnTo>
                  <a:lnTo>
                    <a:pt x="366281" y="334435"/>
                  </a:lnTo>
                  <a:lnTo>
                    <a:pt x="390568" y="296235"/>
                  </a:lnTo>
                  <a:lnTo>
                    <a:pt x="406046" y="252926"/>
                  </a:lnTo>
                  <a:lnTo>
                    <a:pt x="411480" y="205740"/>
                  </a:lnTo>
                  <a:lnTo>
                    <a:pt x="406046" y="158553"/>
                  </a:lnTo>
                  <a:lnTo>
                    <a:pt x="390568" y="115244"/>
                  </a:lnTo>
                  <a:lnTo>
                    <a:pt x="366281" y="77044"/>
                  </a:lnTo>
                  <a:lnTo>
                    <a:pt x="334419" y="45186"/>
                  </a:lnTo>
                  <a:lnTo>
                    <a:pt x="296219" y="20905"/>
                  </a:lnTo>
                  <a:lnTo>
                    <a:pt x="252914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69080" y="4348022"/>
              <a:ext cx="498170" cy="49817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14800" y="437083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739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39" y="411480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79" y="205740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C5E8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9480" y="4348022"/>
              <a:ext cx="498170" cy="49817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315200" y="437083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80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79" y="205740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FF8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78439" y="4348022"/>
              <a:ext cx="498170" cy="49817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424160" y="4370832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205740" y="0"/>
                  </a:moveTo>
                  <a:lnTo>
                    <a:pt x="158553" y="5431"/>
                  </a:lnTo>
                  <a:lnTo>
                    <a:pt x="115244" y="20905"/>
                  </a:lnTo>
                  <a:lnTo>
                    <a:pt x="77044" y="45186"/>
                  </a:lnTo>
                  <a:lnTo>
                    <a:pt x="45186" y="77044"/>
                  </a:lnTo>
                  <a:lnTo>
                    <a:pt x="20905" y="115244"/>
                  </a:lnTo>
                  <a:lnTo>
                    <a:pt x="5431" y="158553"/>
                  </a:lnTo>
                  <a:lnTo>
                    <a:pt x="0" y="205740"/>
                  </a:lnTo>
                  <a:lnTo>
                    <a:pt x="5431" y="252926"/>
                  </a:lnTo>
                  <a:lnTo>
                    <a:pt x="20905" y="296235"/>
                  </a:lnTo>
                  <a:lnTo>
                    <a:pt x="45186" y="334435"/>
                  </a:lnTo>
                  <a:lnTo>
                    <a:pt x="77044" y="366293"/>
                  </a:lnTo>
                  <a:lnTo>
                    <a:pt x="115244" y="390574"/>
                  </a:lnTo>
                  <a:lnTo>
                    <a:pt x="158553" y="406048"/>
                  </a:lnTo>
                  <a:lnTo>
                    <a:pt x="205740" y="411480"/>
                  </a:lnTo>
                  <a:lnTo>
                    <a:pt x="252926" y="406048"/>
                  </a:lnTo>
                  <a:lnTo>
                    <a:pt x="296235" y="390574"/>
                  </a:lnTo>
                  <a:lnTo>
                    <a:pt x="334435" y="366293"/>
                  </a:lnTo>
                  <a:lnTo>
                    <a:pt x="366293" y="334435"/>
                  </a:lnTo>
                  <a:lnTo>
                    <a:pt x="390574" y="296235"/>
                  </a:lnTo>
                  <a:lnTo>
                    <a:pt x="406048" y="252926"/>
                  </a:lnTo>
                  <a:lnTo>
                    <a:pt x="411480" y="205740"/>
                  </a:lnTo>
                  <a:lnTo>
                    <a:pt x="406048" y="158553"/>
                  </a:lnTo>
                  <a:lnTo>
                    <a:pt x="390574" y="115244"/>
                  </a:lnTo>
                  <a:lnTo>
                    <a:pt x="366293" y="77044"/>
                  </a:lnTo>
                  <a:lnTo>
                    <a:pt x="334435" y="45186"/>
                  </a:lnTo>
                  <a:lnTo>
                    <a:pt x="296235" y="20905"/>
                  </a:lnTo>
                  <a:lnTo>
                    <a:pt x="252926" y="5431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0096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012342" y="4910073"/>
            <a:ext cx="259079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5" dirty="0">
                <a:solidFill>
                  <a:srgbClr val="C5E85E"/>
                </a:solidFill>
                <a:latin typeface="Courier New"/>
                <a:cs typeface="Courier New"/>
              </a:rPr>
              <a:t>NOW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77410" y="4910073"/>
            <a:ext cx="33655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20" dirty="0">
                <a:solidFill>
                  <a:srgbClr val="C5E85E"/>
                </a:solidFill>
                <a:latin typeface="Courier New"/>
                <a:cs typeface="Courier New"/>
              </a:rPr>
              <a:t>NEXT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337806" y="4910073"/>
            <a:ext cx="41402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10" dirty="0">
                <a:solidFill>
                  <a:srgbClr val="C5E85E"/>
                </a:solidFill>
                <a:latin typeface="Courier New"/>
                <a:cs typeface="Courier New"/>
              </a:rPr>
              <a:t>LATER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447781" y="4910073"/>
            <a:ext cx="4159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b="1" spc="-10" dirty="0">
                <a:solidFill>
                  <a:srgbClr val="C5E85E"/>
                </a:solidFill>
                <a:latin typeface="Courier New"/>
                <a:cs typeface="Courier New"/>
              </a:rPr>
              <a:t>SCALE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91108" y="5212207"/>
            <a:ext cx="110680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Core</a:t>
            </a:r>
            <a:r>
              <a:rPr sz="1000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8FAF9"/>
                </a:solidFill>
                <a:latin typeface="Courier New"/>
                <a:cs typeface="Courier New"/>
              </a:rPr>
              <a:t>reporting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829303" y="5212207"/>
            <a:ext cx="102425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Maps</a:t>
            </a:r>
            <a:r>
              <a:rPr sz="10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+</a:t>
            </a:r>
            <a:r>
              <a:rPr sz="1000" spc="2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8FAF9"/>
                </a:solidFill>
                <a:latin typeface="Courier New"/>
                <a:cs typeface="Courier New"/>
              </a:rPr>
              <a:t>alerts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94397" y="5212207"/>
            <a:ext cx="1102360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AI</a:t>
            </a:r>
            <a:r>
              <a:rPr sz="1000" spc="-2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+</a:t>
            </a:r>
            <a:r>
              <a:rPr sz="1000" spc="-1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8FAF9"/>
                </a:solidFill>
                <a:latin typeface="Courier New"/>
                <a:cs typeface="Courier New"/>
              </a:rPr>
              <a:t>analytics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0067925" y="5212207"/>
            <a:ext cx="1177925" cy="179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00" dirty="0">
                <a:solidFill>
                  <a:srgbClr val="F8FAF9"/>
                </a:solidFill>
                <a:latin typeface="Courier New"/>
                <a:cs typeface="Courier New"/>
              </a:rPr>
              <a:t>Municipal</a:t>
            </a:r>
            <a:r>
              <a:rPr sz="1000" spc="-5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8FAF9"/>
                </a:solidFill>
                <a:latin typeface="Courier New"/>
                <a:cs typeface="Courier New"/>
              </a:rPr>
              <a:t>links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64844" y="5907735"/>
            <a:ext cx="671893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Cleaner</a:t>
            </a:r>
            <a:r>
              <a:rPr sz="1800" b="1" spc="-75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communities</a:t>
            </a:r>
            <a:r>
              <a:rPr sz="1800" b="1" spc="-10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begin</a:t>
            </a:r>
            <a:r>
              <a:rPr sz="1800" b="1" spc="-7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with</a:t>
            </a:r>
            <a:r>
              <a:rPr sz="1800" b="1" spc="-4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F8FAF9"/>
                </a:solidFill>
                <a:latin typeface="Courier New"/>
                <a:cs typeface="Courier New"/>
              </a:rPr>
              <a:t>visible,</a:t>
            </a:r>
            <a:r>
              <a:rPr sz="1800" b="1" spc="-100" dirty="0">
                <a:solidFill>
                  <a:srgbClr val="F8FAF9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F8FAF9"/>
                </a:solidFill>
                <a:latin typeface="Courier New"/>
                <a:cs typeface="Courier New"/>
              </a:rPr>
              <a:t>trackable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8FAF9"/>
                </a:solidFill>
                <a:latin typeface="Courier New"/>
                <a:cs typeface="Courier New"/>
              </a:rPr>
              <a:t>action.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098406" y="5783681"/>
            <a:ext cx="1557655" cy="6400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sz="2000" b="1" dirty="0">
                <a:solidFill>
                  <a:srgbClr val="C5E85E"/>
                </a:solidFill>
                <a:latin typeface="Courier New"/>
                <a:cs typeface="Courier New"/>
              </a:rPr>
              <a:t>THANK</a:t>
            </a:r>
            <a:r>
              <a:rPr sz="2000" b="1" spc="-95" dirty="0">
                <a:solidFill>
                  <a:srgbClr val="C5E85E"/>
                </a:solidFill>
                <a:latin typeface="Courier New"/>
                <a:cs typeface="Courier New"/>
              </a:rPr>
              <a:t> </a:t>
            </a:r>
            <a:r>
              <a:rPr sz="2000" b="1" spc="-20" dirty="0">
                <a:solidFill>
                  <a:srgbClr val="C5E85E"/>
                </a:solidFill>
                <a:latin typeface="Courier New"/>
                <a:cs typeface="Courier New"/>
              </a:rPr>
              <a:t>YOU!</a:t>
            </a:r>
            <a:endParaRPr sz="2000">
              <a:latin typeface="Courier New"/>
              <a:cs typeface="Courier New"/>
            </a:endParaRPr>
          </a:p>
          <a:p>
            <a:pPr marL="4445" algn="ctr">
              <a:lnSpc>
                <a:spcPct val="100000"/>
              </a:lnSpc>
              <a:spcBef>
                <a:spcPts val="15"/>
              </a:spcBef>
            </a:pPr>
            <a:r>
              <a:rPr sz="2000" b="1" spc="-25" dirty="0">
                <a:solidFill>
                  <a:srgbClr val="C5E85E"/>
                </a:solidFill>
                <a:latin typeface="Courier New"/>
                <a:cs typeface="Courier New"/>
              </a:rPr>
              <a:t>Q&amp;A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5CEB7D-3B82-1529-9391-279739770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388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724</Words>
  <Application>Microsoft Office PowerPoint</Application>
  <PresentationFormat>Widescreen</PresentationFormat>
  <Paragraphs>154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Yu Gothic UI</vt:lpstr>
      <vt:lpstr>Calibri</vt:lpstr>
      <vt:lpstr>Courier New</vt:lpstr>
      <vt:lpstr>Office Theme</vt:lpstr>
      <vt:lpstr>SMART WASTE MANAGEMENT</vt:lpstr>
      <vt:lpstr>Waste problems are visible. Tracking them isn't.</vt:lpstr>
      <vt:lpstr>One shared workflow—from complaint to closure</vt:lpstr>
      <vt:lpstr>From a street-level problem to a trackable record</vt:lpstr>
      <vt:lpstr>A practical full-stack design</vt:lpstr>
      <vt:lpstr>Show the complete report lifecycle</vt:lpstr>
      <vt:lpstr>Start simple. Scale toward smarter cities.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medisai622@gmail.com</cp:lastModifiedBy>
  <cp:revision>1</cp:revision>
  <dcterms:created xsi:type="dcterms:W3CDTF">2026-10-10T05:10:07Z</dcterms:created>
  <dcterms:modified xsi:type="dcterms:W3CDTF">2026-10-10T05:25:09Z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2026-10-10T00:00:00Z</vt:filetime>
  </property>
  <property fmtid="{D5CDD505-2E9C-101B-9397-08002B2CF9AE}" pid="6" name="Producer">
    <vt:lpwstr>www.ilovepdf.com</vt:lpwstr>
  </property>
</Properties>
</file>